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2fcc428be34964" /><Relationship Type="http://schemas.openxmlformats.org/officeDocument/2006/relationships/extended-properties" Target="/docProps/app.xml" Id="Rf3b47911fc8f468f" /><Relationship Type="http://schemas.openxmlformats.org/officeDocument/2006/relationships/officeDocument" Target="/ppt/presentation.xml" Id="R8f7f2857e29a45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ba6c9723d54d4a"/>
  </p:sldMasterIdLst>
  <p:notesMasterIdLst>
    <p:notesMasterId xmlns:r="http://schemas.openxmlformats.org/officeDocument/2006/relationships" r:id="R168d8834d8454506"/>
  </p:notesMasterIdLst>
  <p:sldIdLst>
    <p:sldId xmlns:r="http://schemas.openxmlformats.org/officeDocument/2006/relationships" id="256" r:id="Ra15411bfec164aaa"/>
    <p:sldId xmlns:r="http://schemas.openxmlformats.org/officeDocument/2006/relationships" id="257" r:id="Rad73ef23b3604ca9"/>
    <p:sldId xmlns:r="http://schemas.openxmlformats.org/officeDocument/2006/relationships" id="258" r:id="R1552016670b84813"/>
    <p:sldId xmlns:r="http://schemas.openxmlformats.org/officeDocument/2006/relationships" id="259" r:id="R4def29c22d924000"/>
    <p:sldId xmlns:r="http://schemas.openxmlformats.org/officeDocument/2006/relationships" id="260" r:id="Rfc0708dae8914ad1"/>
    <p:sldId xmlns:r="http://schemas.openxmlformats.org/officeDocument/2006/relationships" id="261" r:id="R40e60e40691c4b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10a5f992a24b45" /><Relationship Type="http://schemas.openxmlformats.org/officeDocument/2006/relationships/slideMaster" Target="/ppt/slideMasters/slideMaster1.xml" Id="Rdbba6c9723d54d4a" /><Relationship Type="http://schemas.openxmlformats.org/officeDocument/2006/relationships/notesMaster" Target="/ppt/notesMasters/notesMaster1.xml" Id="R168d8834d8454506" /><Relationship Type="http://schemas.openxmlformats.org/officeDocument/2006/relationships/presProps" Target="/ppt/presProps.xml" Id="R320733d3df7044ca" /><Relationship Type="http://schemas.openxmlformats.org/officeDocument/2006/relationships/tableStyles" Target="/ppt/tableStyles.xml" Id="R7d79a40941d34f91" /><Relationship Type="http://schemas.openxmlformats.org/officeDocument/2006/relationships/slide" Target="/ppt/slides/slide1.xml" Id="Ra15411bfec164aaa" /><Relationship Type="http://schemas.openxmlformats.org/officeDocument/2006/relationships/slide" Target="/ppt/slides/slide2.xml" Id="Rad73ef23b3604ca9" /><Relationship Type="http://schemas.openxmlformats.org/officeDocument/2006/relationships/slide" Target="/ppt/slides/slide3.xml" Id="R1552016670b84813" /><Relationship Type="http://schemas.openxmlformats.org/officeDocument/2006/relationships/slide" Target="/ppt/slides/slide4.xml" Id="R4def29c22d924000" /><Relationship Type="http://schemas.openxmlformats.org/officeDocument/2006/relationships/slide" Target="/ppt/slides/slide5.xml" Id="Rfc0708dae8914ad1" /><Relationship Type="http://schemas.openxmlformats.org/officeDocument/2006/relationships/slide" Target="/ppt/slides/slide6.xml" Id="R40e60e40691c4b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0470e195924b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71800ca33245e9" /><Relationship Type="http://schemas.openxmlformats.org/officeDocument/2006/relationships/notesMaster" Target="/ppt/notesMasters/notesMaster1.xml" Id="Rf4433b53b65e4d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8a4325f147497a" /><Relationship Type="http://schemas.openxmlformats.org/officeDocument/2006/relationships/notesMaster" Target="/ppt/notesMasters/notesMaster1.xml" Id="Rbb8bf1c18d6d4b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1edbe6efab4f21" /><Relationship Type="http://schemas.openxmlformats.org/officeDocument/2006/relationships/notesMaster" Target="/ppt/notesMasters/notesMaster1.xml" Id="R2d0e568aa8da4a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99ef875dab4201" /><Relationship Type="http://schemas.openxmlformats.org/officeDocument/2006/relationships/notesMaster" Target="/ppt/notesMasters/notesMaster1.xml" Id="R69d55a425d2745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358ed52ac34e46" /><Relationship Type="http://schemas.openxmlformats.org/officeDocument/2006/relationships/notesMaster" Target="/ppt/notesMasters/notesMaster1.xml" Id="R40a64094628d49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aeb22216514bc7" /><Relationship Type="http://schemas.openxmlformats.org/officeDocument/2006/relationships/notesMaster" Target="/ppt/notesMasters/notesMaster1.xml" Id="R7183214230c74b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9212297cde4b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ba6392249a4720" /><Relationship Type="http://schemas.openxmlformats.org/officeDocument/2006/relationships/slideLayout" Target="/ppt/slideLayouts/slideLayout1.xml" Id="R356bbfbddf7a4b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6bbfbddf7a4b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203f33cde4d64" /><Relationship Type="http://schemas.openxmlformats.org/officeDocument/2006/relationships/image" Target="/ppt/media/image.png" Id="Rb891c5b56ee745f8" /><Relationship Type="http://schemas.openxmlformats.org/officeDocument/2006/relationships/image" Target="/ppt/media/image2.png" Id="Rd47c47c105304eb9" /><Relationship Type="http://schemas.openxmlformats.org/officeDocument/2006/relationships/notesSlide" Target="/ppt/notesSlides/notesSlide1.xml" Id="R0f50f4d9ef5845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9b8906bcf4b4a" /><Relationship Type="http://schemas.openxmlformats.org/officeDocument/2006/relationships/image" Target="/ppt/media/image3.png" Id="Rd4e7d68038934268" /><Relationship Type="http://schemas.openxmlformats.org/officeDocument/2006/relationships/image" Target="/ppt/media/image4.png" Id="R73eacd64985d4038" /><Relationship Type="http://schemas.openxmlformats.org/officeDocument/2006/relationships/notesSlide" Target="/ppt/notesSlides/notesSlide2.xml" Id="R4f5bc0d275d74c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67c08307845d3" /><Relationship Type="http://schemas.openxmlformats.org/officeDocument/2006/relationships/image" Target="/ppt/media/image5.png" Id="R07e69bbea7ff4533" /><Relationship Type="http://schemas.openxmlformats.org/officeDocument/2006/relationships/notesSlide" Target="/ppt/notesSlides/notesSlide3.xml" Id="R2c699f64f3df43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e1240847b4e73" /><Relationship Type="http://schemas.openxmlformats.org/officeDocument/2006/relationships/image" Target="/ppt/media/image6.png" Id="Re74eccbb3e024e83" /><Relationship Type="http://schemas.openxmlformats.org/officeDocument/2006/relationships/image" Target="/ppt/media/image7.png" Id="Rd1d897fd48fd42b4" /><Relationship Type="http://schemas.openxmlformats.org/officeDocument/2006/relationships/notesSlide" Target="/ppt/notesSlides/notesSlide4.xml" Id="R5e3a2c21b37442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98cfb0d404566" /><Relationship Type="http://schemas.openxmlformats.org/officeDocument/2006/relationships/image" Target="/ppt/media/image8.png" Id="Rbbecaf55780f480e" /><Relationship Type="http://schemas.openxmlformats.org/officeDocument/2006/relationships/image" Target="/ppt/media/image9.png" Id="Re4415783f188468b" /><Relationship Type="http://schemas.openxmlformats.org/officeDocument/2006/relationships/notesSlide" Target="/ppt/notesSlides/notesSlide5.xml" Id="R786ccc674fa440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63e27870b4e9c" /><Relationship Type="http://schemas.openxmlformats.org/officeDocument/2006/relationships/image" Target="/ppt/media/image10.png" Id="R2b893075f9974d72" /><Relationship Type="http://schemas.openxmlformats.org/officeDocument/2006/relationships/image" Target="/ppt/media/image11.png" Id="Rf4ecd17a2c7e449a" /><Relationship Type="http://schemas.openxmlformats.org/officeDocument/2006/relationships/image" Target="/ppt/media/image12.png" Id="Rbaea1ffb67ef49b2" /><Relationship Type="http://schemas.openxmlformats.org/officeDocument/2006/relationships/image" Target="/ppt/media/image13.png" Id="R16918103c8634436" /><Relationship Type="http://schemas.openxmlformats.org/officeDocument/2006/relationships/notesSlide" Target="/ppt/notesSlides/notesSlide6.xml" Id="R2b9e7131268e4c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1c5b56ee745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B75605F2-77FD-4545-9C96-1E1BAAC5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c47c105304eb9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3AA7C6C3-08F3-49A5-AA2D-DB43BA7B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36C38742-F831-470B-A698-8FD94CED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11215947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7d6803893426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14E9EB76-1F61-402B-AC16-37437124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2BF3E6A0-956D-4262-87D9-AC6F81E4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1DD790B-03CD-4487-A850-14ED5336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acd64985d4038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7C930014-1A5F-40EA-81F6-3B8E56EB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655CD338-0AE7-4A25-96E5-7126E413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12509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69bbea7ff453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FB8DBCB1-B54A-49A6-A0D8-B33ABEF7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F285AD3E-3642-4297-8F76-B7EBD8CA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4071F32C-DA3F-49CB-9E0E-666182C5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BF9B2489-8A2D-4F83-BFC1-8039B41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4BDEAAF9-8AF3-4871-8613-7C9EBEA3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con-1">
            <a:extLst xmlns:a="http://schemas.openxmlformats.org/drawingml/2006/main">
              <a:ext uri="{FF2B5EF4-FFF2-40B4-BE49-F238E27FC236}">
                <a16:creationId xmlns:a16="http://schemas.microsoft.com/office/drawing/2014/main" id="{D3E75912-1A3B-46C9-9469-9990B2DD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8" name="label-1">
            <a:extLst xmlns:a="http://schemas.openxmlformats.org/drawingml/2006/main">
              <a:ext uri="{FF2B5EF4-FFF2-40B4-BE49-F238E27FC236}">
                <a16:creationId xmlns:a16="http://schemas.microsoft.com/office/drawing/2014/main" id="{6427BD01-B255-40B3-B251-3F8A107E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9" name="arrow-1">
            <a:extLst xmlns:a="http://schemas.openxmlformats.org/drawingml/2006/main">
              <a:ext uri="{FF2B5EF4-FFF2-40B4-BE49-F238E27FC236}">
                <a16:creationId xmlns:a16="http://schemas.microsoft.com/office/drawing/2014/main" id="{BAF9A485-3C8A-4BF6-87F7-5889AF91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DD789815-1D70-46C5-8D3B-40582402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con-2">
            <a:extLst xmlns:a="http://schemas.openxmlformats.org/drawingml/2006/main">
              <a:ext uri="{FF2B5EF4-FFF2-40B4-BE49-F238E27FC236}">
                <a16:creationId xmlns:a16="http://schemas.microsoft.com/office/drawing/2014/main" id="{268D3456-DA2E-4256-9B6C-2D3DDE4B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2" name="label-2">
            <a:extLst xmlns:a="http://schemas.openxmlformats.org/drawingml/2006/main">
              <a:ext uri="{FF2B5EF4-FFF2-40B4-BE49-F238E27FC236}">
                <a16:creationId xmlns:a16="http://schemas.microsoft.com/office/drawing/2014/main" id="{FF02C5DD-4F97-44E6-A05B-492DDD61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3" name="arrow-2">
            <a:extLst xmlns:a="http://schemas.openxmlformats.org/drawingml/2006/main">
              <a:ext uri="{FF2B5EF4-FFF2-40B4-BE49-F238E27FC236}">
                <a16:creationId xmlns:a16="http://schemas.microsoft.com/office/drawing/2014/main" id="{C850F403-78EA-4380-9091-E9DE34EA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4715DA06-A086-4605-8E13-1E3C383F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con-3">
            <a:extLst xmlns:a="http://schemas.openxmlformats.org/drawingml/2006/main">
              <a:ext uri="{FF2B5EF4-FFF2-40B4-BE49-F238E27FC236}">
                <a16:creationId xmlns:a16="http://schemas.microsoft.com/office/drawing/2014/main" id="{4BE0C0D5-B560-4ACA-8A9E-34BC94BA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6" name="label-3">
            <a:extLst xmlns:a="http://schemas.openxmlformats.org/drawingml/2006/main">
              <a:ext uri="{FF2B5EF4-FFF2-40B4-BE49-F238E27FC236}">
                <a16:creationId xmlns:a16="http://schemas.microsoft.com/office/drawing/2014/main" id="{950F9AF8-1304-4F75-A15D-94E07A11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7" name="arrow-3">
            <a:extLst xmlns:a="http://schemas.openxmlformats.org/drawingml/2006/main">
              <a:ext uri="{FF2B5EF4-FFF2-40B4-BE49-F238E27FC236}">
                <a16:creationId xmlns:a16="http://schemas.microsoft.com/office/drawing/2014/main" id="{6362C93A-5EA6-45AB-9966-0F9A8A4C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CF3FE7FA-872A-45F3-95D0-6074F106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con-4">
            <a:extLst xmlns:a="http://schemas.openxmlformats.org/drawingml/2006/main">
              <a:ext uri="{FF2B5EF4-FFF2-40B4-BE49-F238E27FC236}">
                <a16:creationId xmlns:a16="http://schemas.microsoft.com/office/drawing/2014/main" id="{773ECAE2-1FCB-4ECE-8AA8-89B6BCD0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20" name="label-4">
            <a:extLst xmlns:a="http://schemas.openxmlformats.org/drawingml/2006/main">
              <a:ext uri="{FF2B5EF4-FFF2-40B4-BE49-F238E27FC236}">
                <a16:creationId xmlns:a16="http://schemas.microsoft.com/office/drawing/2014/main" id="{DB0796D9-B7D4-4D06-9F60-79C7C2B2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1" name="arrow-4">
            <a:extLst xmlns:a="http://schemas.openxmlformats.org/drawingml/2006/main">
              <a:ext uri="{FF2B5EF4-FFF2-40B4-BE49-F238E27FC236}">
                <a16:creationId xmlns:a16="http://schemas.microsoft.com/office/drawing/2014/main" id="{2153621C-5E4C-49B7-974B-A2C40682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2" name="step-5">
            <a:extLst xmlns:a="http://schemas.openxmlformats.org/drawingml/2006/main">
              <a:ext uri="{FF2B5EF4-FFF2-40B4-BE49-F238E27FC236}">
                <a16:creationId xmlns:a16="http://schemas.microsoft.com/office/drawing/2014/main" id="{297DB701-C5F8-47BC-897D-2483FAF5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con-5">
            <a:extLst xmlns:a="http://schemas.openxmlformats.org/drawingml/2006/main">
              <a:ext uri="{FF2B5EF4-FFF2-40B4-BE49-F238E27FC236}">
                <a16:creationId xmlns:a16="http://schemas.microsoft.com/office/drawing/2014/main" id="{077787AE-5161-4B8C-9A20-1EB98AFC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4" name="label-5">
            <a:extLst xmlns:a="http://schemas.openxmlformats.org/drawingml/2006/main">
              <a:ext uri="{FF2B5EF4-FFF2-40B4-BE49-F238E27FC236}">
                <a16:creationId xmlns:a16="http://schemas.microsoft.com/office/drawing/2014/main" id="{2E2F4CFD-429A-430D-9626-B62ACA43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5" name="arrow-5">
            <a:extLst xmlns:a="http://schemas.openxmlformats.org/drawingml/2006/main">
              <a:ext uri="{FF2B5EF4-FFF2-40B4-BE49-F238E27FC236}">
                <a16:creationId xmlns:a16="http://schemas.microsoft.com/office/drawing/2014/main" id="{FC8141DF-3A4A-435E-9946-16387102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6" name="step-6">
            <a:extLst xmlns:a="http://schemas.openxmlformats.org/drawingml/2006/main">
              <a:ext uri="{FF2B5EF4-FFF2-40B4-BE49-F238E27FC236}">
                <a16:creationId xmlns:a16="http://schemas.microsoft.com/office/drawing/2014/main" id="{3177E5AF-2639-4174-98F7-D47EFC5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con-6">
            <a:extLst xmlns:a="http://schemas.openxmlformats.org/drawingml/2006/main">
              <a:ext uri="{FF2B5EF4-FFF2-40B4-BE49-F238E27FC236}">
                <a16:creationId xmlns:a16="http://schemas.microsoft.com/office/drawing/2014/main" id="{B5DB7EC7-B23F-4377-9C44-B1C153C6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8" name="label-6">
            <a:extLst xmlns:a="http://schemas.openxmlformats.org/drawingml/2006/main">
              <a:ext uri="{FF2B5EF4-FFF2-40B4-BE49-F238E27FC236}">
                <a16:creationId xmlns:a16="http://schemas.microsoft.com/office/drawing/2014/main" id="{87842CC9-FFB6-4218-A431-5BA63A1C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9" name="footer">
            <a:extLst xmlns:a="http://schemas.openxmlformats.org/drawingml/2006/main">
              <a:ext uri="{FF2B5EF4-FFF2-40B4-BE49-F238E27FC236}">
                <a16:creationId xmlns:a16="http://schemas.microsoft.com/office/drawing/2014/main" id="{5B09C179-D200-470E-BF8C-2D30DAE0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8953913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eccbb3e024e8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352369E-48E9-4ABF-9389-51AFA160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B8FB3ED-77A6-498D-9259-E30178FB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897fd48fd42b4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C1502CF-34F0-4B2E-A2C6-F9454F14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96073CBD-3591-458E-BC66-A7E90E8E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78962770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caf55780f480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2D2FBFA8-3A65-4452-9043-BD0EDF7B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15783f188468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AA3AC48-5060-4F38-A4E1-735B360C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F664FB5B-D430-4568-9AA3-7837AF67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C4430BB-7517-4FC5-9797-51785707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535902EB-B963-4D62-83C1-B7BCBFF3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728567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93075f9974d7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C299506E-403D-42DC-A90C-DEF35EE5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cd17a2c7e449a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B7CA0169-433C-4AB7-BACA-265A2578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a1ffb67ef49b2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49D5A14B-3902-4834-937D-9DD45026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918103c8634436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FACD5C39-C401-45B0-A91F-F720D462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CEF70063-D55E-46A0-8E5D-FB728B95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7870577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2026-08-29T10:38:13.9090000Z</dcterms:created>
  <dcterms:modified xsi:type="dcterms:W3CDTF">2026-08-29T10:38:13.9100000Z</dcterms:modified>
</coreProperties>
</file>