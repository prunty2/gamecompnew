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326e030858488b" /><Relationship Type="http://schemas.openxmlformats.org/officeDocument/2006/relationships/extended-properties" Target="/docProps/app.xml" Id="Rdfb128dcd96d4517" /><Relationship Type="http://schemas.openxmlformats.org/officeDocument/2006/relationships/officeDocument" Target="/ppt/presentation.xml" Id="Ra4df263309244f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5dea8020e54e48"/>
  </p:sldMasterIdLst>
  <p:notesMasterIdLst>
    <p:notesMasterId xmlns:r="http://schemas.openxmlformats.org/officeDocument/2006/relationships" r:id="R6b2300ab374844df"/>
  </p:notesMasterIdLst>
  <p:sldIdLst>
    <p:sldId xmlns:r="http://schemas.openxmlformats.org/officeDocument/2006/relationships" id="256" r:id="R3a192a6d169c4b64"/>
    <p:sldId xmlns:r="http://schemas.openxmlformats.org/officeDocument/2006/relationships" id="257" r:id="R2e8df1b40e274599"/>
    <p:sldId xmlns:r="http://schemas.openxmlformats.org/officeDocument/2006/relationships" id="258" r:id="R2d862585e405473b"/>
    <p:sldId xmlns:r="http://schemas.openxmlformats.org/officeDocument/2006/relationships" id="259" r:id="R8c8af91003cb421d"/>
    <p:sldId xmlns:r="http://schemas.openxmlformats.org/officeDocument/2006/relationships" id="260" r:id="Rf34224ae09ca44b7"/>
    <p:sldId xmlns:r="http://schemas.openxmlformats.org/officeDocument/2006/relationships" id="261" r:id="Rc8e9477a6b5f4d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f74c58a9314fb1" /><Relationship Type="http://schemas.openxmlformats.org/officeDocument/2006/relationships/slideMaster" Target="/ppt/slideMasters/slideMaster1.xml" Id="R105dea8020e54e48" /><Relationship Type="http://schemas.openxmlformats.org/officeDocument/2006/relationships/notesMaster" Target="/ppt/notesMasters/notesMaster1.xml" Id="R6b2300ab374844df" /><Relationship Type="http://schemas.openxmlformats.org/officeDocument/2006/relationships/presProps" Target="/ppt/presProps.xml" Id="Rad9344a471df4609" /><Relationship Type="http://schemas.openxmlformats.org/officeDocument/2006/relationships/tableStyles" Target="/ppt/tableStyles.xml" Id="R73c300be78194a0d" /><Relationship Type="http://schemas.openxmlformats.org/officeDocument/2006/relationships/slide" Target="/ppt/slides/slide1.xml" Id="R3a192a6d169c4b64" /><Relationship Type="http://schemas.openxmlformats.org/officeDocument/2006/relationships/slide" Target="/ppt/slides/slide2.xml" Id="R2e8df1b40e274599" /><Relationship Type="http://schemas.openxmlformats.org/officeDocument/2006/relationships/slide" Target="/ppt/slides/slide3.xml" Id="R2d862585e405473b" /><Relationship Type="http://schemas.openxmlformats.org/officeDocument/2006/relationships/slide" Target="/ppt/slides/slide4.xml" Id="R8c8af91003cb421d" /><Relationship Type="http://schemas.openxmlformats.org/officeDocument/2006/relationships/slide" Target="/ppt/slides/slide5.xml" Id="Rf34224ae09ca44b7" /><Relationship Type="http://schemas.openxmlformats.org/officeDocument/2006/relationships/slide" Target="/ppt/slides/slide6.xml" Id="Rc8e9477a6b5f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11cd10f4f54c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64f5ae93b64e54" /><Relationship Type="http://schemas.openxmlformats.org/officeDocument/2006/relationships/notesMaster" Target="/ppt/notesMasters/notesMaster1.xml" Id="Rf6b5a53164324b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100bf1ce034e7d" /><Relationship Type="http://schemas.openxmlformats.org/officeDocument/2006/relationships/notesMaster" Target="/ppt/notesMasters/notesMaster1.xml" Id="Rc9ffeabc527a47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019c92357b4295" /><Relationship Type="http://schemas.openxmlformats.org/officeDocument/2006/relationships/notesMaster" Target="/ppt/notesMasters/notesMaster1.xml" Id="R4798f9c3d08741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220dbf7f5a42ba" /><Relationship Type="http://schemas.openxmlformats.org/officeDocument/2006/relationships/notesMaster" Target="/ppt/notesMasters/notesMaster1.xml" Id="R547cff3c628e42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62fb50c7624532" /><Relationship Type="http://schemas.openxmlformats.org/officeDocument/2006/relationships/notesMaster" Target="/ppt/notesMasters/notesMaster1.xml" Id="Rd9e326ef2ee349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a179fcc40448d4" /><Relationship Type="http://schemas.openxmlformats.org/officeDocument/2006/relationships/notesMaster" Target="/ppt/notesMasters/notesMaster1.xml" Id="Rcda43295430247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95320cdad4f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a0afceed9c4c83" /><Relationship Type="http://schemas.openxmlformats.org/officeDocument/2006/relationships/slideLayout" Target="/ppt/slideLayouts/slideLayout1.xml" Id="R04f4f78a609a41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f4f78a609a41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d674f22914151" /><Relationship Type="http://schemas.openxmlformats.org/officeDocument/2006/relationships/image" Target="/ppt/media/image.png" Id="R28d1780f9a1b45e2" /><Relationship Type="http://schemas.openxmlformats.org/officeDocument/2006/relationships/image" Target="/ppt/media/image2.png" Id="Rf40129d78cc647fc" /><Relationship Type="http://schemas.openxmlformats.org/officeDocument/2006/relationships/notesSlide" Target="/ppt/notesSlides/notesSlide1.xml" Id="Rba7bae7ca43840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92e3446004460" /><Relationship Type="http://schemas.openxmlformats.org/officeDocument/2006/relationships/image" Target="/ppt/media/image3.png" Id="R8ee081672ae14dac" /><Relationship Type="http://schemas.openxmlformats.org/officeDocument/2006/relationships/image" Target="/ppt/media/image4.png" Id="R5f1cfaa4283f4889" /><Relationship Type="http://schemas.openxmlformats.org/officeDocument/2006/relationships/notesSlide" Target="/ppt/notesSlides/notesSlide2.xml" Id="Raa0a25c3caf24a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908415ecb440c" /><Relationship Type="http://schemas.openxmlformats.org/officeDocument/2006/relationships/image" Target="/ppt/media/image5.png" Id="R3a561f7eca444690" /><Relationship Type="http://schemas.openxmlformats.org/officeDocument/2006/relationships/notesSlide" Target="/ppt/notesSlides/notesSlide3.xml" Id="R9a635ec46ff44b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a4eaf51744727" /><Relationship Type="http://schemas.openxmlformats.org/officeDocument/2006/relationships/image" Target="/ppt/media/image6.png" Id="Rfbc32534413c4202" /><Relationship Type="http://schemas.openxmlformats.org/officeDocument/2006/relationships/image" Target="/ppt/media/image7.png" Id="R7862763eb4f64dd1" /><Relationship Type="http://schemas.openxmlformats.org/officeDocument/2006/relationships/notesSlide" Target="/ppt/notesSlides/notesSlide4.xml" Id="R155bbbd51e2d44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11edc1a3b4180" /><Relationship Type="http://schemas.openxmlformats.org/officeDocument/2006/relationships/image" Target="/ppt/media/image8.png" Id="R266a4b39ce9040df" /><Relationship Type="http://schemas.openxmlformats.org/officeDocument/2006/relationships/image" Target="/ppt/media/image9.png" Id="R7401bbc70e8c499f" /><Relationship Type="http://schemas.openxmlformats.org/officeDocument/2006/relationships/notesSlide" Target="/ppt/notesSlides/notesSlide5.xml" Id="Rcded662a3c014e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8bb5874c94e7c" /><Relationship Type="http://schemas.openxmlformats.org/officeDocument/2006/relationships/image" Target="/ppt/media/image10.png" Id="R766ff0dfd2f94434" /><Relationship Type="http://schemas.openxmlformats.org/officeDocument/2006/relationships/image" Target="/ppt/media/image11.png" Id="R0fdc500924ae474f" /><Relationship Type="http://schemas.openxmlformats.org/officeDocument/2006/relationships/image" Target="/ppt/media/image12.png" Id="Rbabac914437b4ed7" /><Relationship Type="http://schemas.openxmlformats.org/officeDocument/2006/relationships/image" Target="/ppt/media/image13.png" Id="R40f50ad26f864004" /><Relationship Type="http://schemas.openxmlformats.org/officeDocument/2006/relationships/notesSlide" Target="/ppt/notesSlides/notesSlide6.xml" Id="Rb97ddba4d12f4c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780f9a1b45e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4E2010F7-3161-4D44-B570-7806D5D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129d78cc647fc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C779EF8A-414D-4368-A366-BC899579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60F8795D-5BBD-4723-8E00-3AADA9EF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19329841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081672ae14dac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66B8BC0-2E50-487D-AA66-B997A1ED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FE7D7FAF-2BC6-4973-8B68-309CA024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1697755-AFBC-47D4-8972-D3831F80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cfaa4283f4889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AB988B18-2A0A-4B33-AD5A-AE7C81F7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E2A45833-4600-4191-8D61-BCC018F6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6753864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61f7eca444690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B2357E71-E3F1-4C0A-B013-9696CE4C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One loop. Seven decisions.</a:t>
            </a:r>
          </a:p>
        </p:txBody>
      </p:sp>
      <p:sp>
        <p:nvSpPr>
          <p:cNvPr id="3" name="step-0">
            <a:extLst xmlns:a="http://schemas.openxmlformats.org/drawingml/2006/main">
              <a:ext uri="{FF2B5EF4-FFF2-40B4-BE49-F238E27FC236}">
                <a16:creationId xmlns:a16="http://schemas.microsoft.com/office/drawing/2014/main" id="{DA0024AC-48FA-47A8-A609-95789915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icon-0">
            <a:extLst xmlns:a="http://schemas.openxmlformats.org/drawingml/2006/main">
              <a:ext uri="{FF2B5EF4-FFF2-40B4-BE49-F238E27FC236}">
                <a16:creationId xmlns:a16="http://schemas.microsoft.com/office/drawing/2014/main" id="{DACF457B-7305-4482-AB3F-16F4BA85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5" name="label-0">
            <a:extLst xmlns:a="http://schemas.openxmlformats.org/drawingml/2006/main">
              <a:ext uri="{FF2B5EF4-FFF2-40B4-BE49-F238E27FC236}">
                <a16:creationId xmlns:a16="http://schemas.microsoft.com/office/drawing/2014/main" id="{E1D61711-7F28-4C84-AC44-474BA253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6" name="arrow-0">
            <a:extLst xmlns:a="http://schemas.openxmlformats.org/drawingml/2006/main">
              <a:ext uri="{FF2B5EF4-FFF2-40B4-BE49-F238E27FC236}">
                <a16:creationId xmlns:a16="http://schemas.microsoft.com/office/drawing/2014/main" id="{2BA2330B-9CC9-47AC-BD0B-C308FC1C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78D29C89-D5C1-4D42-BBC7-018D4398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con-1">
            <a:extLst xmlns:a="http://schemas.openxmlformats.org/drawingml/2006/main">
              <a:ext uri="{FF2B5EF4-FFF2-40B4-BE49-F238E27FC236}">
                <a16:creationId xmlns:a16="http://schemas.microsoft.com/office/drawing/2014/main" id="{277BFA21-60E3-4CAC-8B7C-D455E33A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3BD52196-C3D5-4D06-99F4-719B10F5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10" name="arrow-1">
            <a:extLst xmlns:a="http://schemas.openxmlformats.org/drawingml/2006/main">
              <a:ext uri="{FF2B5EF4-FFF2-40B4-BE49-F238E27FC236}">
                <a16:creationId xmlns:a16="http://schemas.microsoft.com/office/drawing/2014/main" id="{9524C97B-85E1-41FC-B50C-18864F26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2873FAB3-C31A-4EA9-BEEE-B02CAD5F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con-2">
            <a:extLst xmlns:a="http://schemas.openxmlformats.org/drawingml/2006/main">
              <a:ext uri="{FF2B5EF4-FFF2-40B4-BE49-F238E27FC236}">
                <a16:creationId xmlns:a16="http://schemas.microsoft.com/office/drawing/2014/main" id="{032C2D6E-04BC-43D4-AB35-E76CD336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3" name="label-2">
            <a:extLst xmlns:a="http://schemas.openxmlformats.org/drawingml/2006/main">
              <a:ext uri="{FF2B5EF4-FFF2-40B4-BE49-F238E27FC236}">
                <a16:creationId xmlns:a16="http://schemas.microsoft.com/office/drawing/2014/main" id="{522EC669-8A41-4859-A20A-94F3CB2C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4" name="arrow-2">
            <a:extLst xmlns:a="http://schemas.openxmlformats.org/drawingml/2006/main">
              <a:ext uri="{FF2B5EF4-FFF2-40B4-BE49-F238E27FC236}">
                <a16:creationId xmlns:a16="http://schemas.microsoft.com/office/drawing/2014/main" id="{8657D0A8-E56D-46CB-A543-51CF9204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5" name="step-3">
            <a:extLst xmlns:a="http://schemas.openxmlformats.org/drawingml/2006/main">
              <a:ext uri="{FF2B5EF4-FFF2-40B4-BE49-F238E27FC236}">
                <a16:creationId xmlns:a16="http://schemas.microsoft.com/office/drawing/2014/main" id="{9F8D08FC-E133-47E9-86CC-7CDBB674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icon-3">
            <a:extLst xmlns:a="http://schemas.openxmlformats.org/drawingml/2006/main">
              <a:ext uri="{FF2B5EF4-FFF2-40B4-BE49-F238E27FC236}">
                <a16:creationId xmlns:a16="http://schemas.microsoft.com/office/drawing/2014/main" id="{6AE72DDE-B82B-4656-932C-61099B78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7" name="label-3">
            <a:extLst xmlns:a="http://schemas.openxmlformats.org/drawingml/2006/main">
              <a:ext uri="{FF2B5EF4-FFF2-40B4-BE49-F238E27FC236}">
                <a16:creationId xmlns:a16="http://schemas.microsoft.com/office/drawing/2014/main" id="{0F4DB35E-6D31-4B12-B70D-8458D95D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8" name="arrow-3">
            <a:extLst xmlns:a="http://schemas.openxmlformats.org/drawingml/2006/main">
              <a:ext uri="{FF2B5EF4-FFF2-40B4-BE49-F238E27FC236}">
                <a16:creationId xmlns:a16="http://schemas.microsoft.com/office/drawing/2014/main" id="{2FA5BD2E-5E33-4FBE-A676-6664D007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A2935BE3-AA22-4A5C-9BB1-42F830F2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icon-4">
            <a:extLst xmlns:a="http://schemas.openxmlformats.org/drawingml/2006/main">
              <a:ext uri="{FF2B5EF4-FFF2-40B4-BE49-F238E27FC236}">
                <a16:creationId xmlns:a16="http://schemas.microsoft.com/office/drawing/2014/main" id="{7281EAD6-9A46-4A62-8025-2519441D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21" name="label-4">
            <a:extLst xmlns:a="http://schemas.openxmlformats.org/drawingml/2006/main">
              <a:ext uri="{FF2B5EF4-FFF2-40B4-BE49-F238E27FC236}">
                <a16:creationId xmlns:a16="http://schemas.microsoft.com/office/drawing/2014/main" id="{8BBA53D8-D9D2-44B1-AA3B-28A9F9D4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2" name="arrow-4">
            <a:extLst xmlns:a="http://schemas.openxmlformats.org/drawingml/2006/main">
              <a:ext uri="{FF2B5EF4-FFF2-40B4-BE49-F238E27FC236}">
                <a16:creationId xmlns:a16="http://schemas.microsoft.com/office/drawing/2014/main" id="{3B3D31D1-50F3-41C3-9E5E-656FEB2C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3" name="step-5">
            <a:extLst xmlns:a="http://schemas.openxmlformats.org/drawingml/2006/main">
              <a:ext uri="{FF2B5EF4-FFF2-40B4-BE49-F238E27FC236}">
                <a16:creationId xmlns:a16="http://schemas.microsoft.com/office/drawing/2014/main" id="{1E8FE03A-889D-430C-95B3-06ACEE19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icon-5">
            <a:extLst xmlns:a="http://schemas.openxmlformats.org/drawingml/2006/main">
              <a:ext uri="{FF2B5EF4-FFF2-40B4-BE49-F238E27FC236}">
                <a16:creationId xmlns:a16="http://schemas.microsoft.com/office/drawing/2014/main" id="{8E68A8F1-ED13-42F5-A46C-291988B3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5" name="label-5">
            <a:extLst xmlns:a="http://schemas.openxmlformats.org/drawingml/2006/main">
              <a:ext uri="{FF2B5EF4-FFF2-40B4-BE49-F238E27FC236}">
                <a16:creationId xmlns:a16="http://schemas.microsoft.com/office/drawing/2014/main" id="{B6DE3087-7554-419D-8E61-06D9DD5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6" name="arrow-5">
            <a:extLst xmlns:a="http://schemas.openxmlformats.org/drawingml/2006/main">
              <a:ext uri="{FF2B5EF4-FFF2-40B4-BE49-F238E27FC236}">
                <a16:creationId xmlns:a16="http://schemas.microsoft.com/office/drawing/2014/main" id="{4E2DD3E5-4788-4EC1-8FEB-2BF98E3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7" name="step-6">
            <a:extLst xmlns:a="http://schemas.openxmlformats.org/drawingml/2006/main">
              <a:ext uri="{FF2B5EF4-FFF2-40B4-BE49-F238E27FC236}">
                <a16:creationId xmlns:a16="http://schemas.microsoft.com/office/drawing/2014/main" id="{50B80D14-BCA0-4F5E-B1AC-15FDD0A7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icon-6">
            <a:extLst xmlns:a="http://schemas.openxmlformats.org/drawingml/2006/main">
              <a:ext uri="{FF2B5EF4-FFF2-40B4-BE49-F238E27FC236}">
                <a16:creationId xmlns:a16="http://schemas.microsoft.com/office/drawing/2014/main" id="{6DFC2832-3576-43AF-8AC5-8573B7C6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9" name="label-6">
            <a:extLst xmlns:a="http://schemas.openxmlformats.org/drawingml/2006/main">
              <a:ext uri="{FF2B5EF4-FFF2-40B4-BE49-F238E27FC236}">
                <a16:creationId xmlns:a16="http://schemas.microsoft.com/office/drawing/2014/main" id="{512935A7-7C52-4875-8D35-1E64D0B5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30" name="footer">
            <a:extLst xmlns:a="http://schemas.openxmlformats.org/drawingml/2006/main">
              <a:ext uri="{FF2B5EF4-FFF2-40B4-BE49-F238E27FC236}">
                <a16:creationId xmlns:a16="http://schemas.microsoft.com/office/drawing/2014/main" id="{061832EE-8E60-4851-AE8E-46E39543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6025469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32534413c420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98B3E9E-2498-4161-9CBD-D8164287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9C4A2CA-3F8A-48D2-9ABA-E3C44589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2763eb4f64dd1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3A51B0A9-9485-4A43-91FC-B883ECCF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2A82EE28-A971-4BCA-896A-982FD718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8516891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a4b39ce9040d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28F4AFF7-C168-44CB-ACF8-3AD824C8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1bbc70e8c499f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47FC625-1266-49EB-9801-D5E2CD5E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D5F45D7B-5462-4A0D-AEB8-E87CCB6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D0B56D8-9DD4-4E95-9261-132DB9F5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E1337810-6091-4D74-A007-C8ED4BA0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0638123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ff0dfd2f94434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97604031-52AE-40FF-96B2-55C82970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c500924ae474f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1FF03202-2788-4655-807A-381E7D5C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ac914437b4ed7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FD9C0FD4-62A7-4CB4-9DF6-0528825A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50ad26f864004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3021D5A1-5729-4E26-AADD-CC83B9D6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B312786D-708B-4967-A50E-88966E66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4769986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2026-08-29T10:35:24.0630000Z</dcterms:created>
  <dcterms:modified xsi:type="dcterms:W3CDTF">2026-08-29T10:35:24.0630000Z</dcterms:modified>
</coreProperties>
</file>