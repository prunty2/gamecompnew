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bd9fb013eac4f32" /><Relationship Type="http://schemas.openxmlformats.org/officeDocument/2006/relationships/extended-properties" Target="/docProps/app.xml" Id="R3b0742330ffa4214" /><Relationship Type="http://schemas.openxmlformats.org/officeDocument/2006/relationships/officeDocument" Target="/ppt/presentation.xml" Id="Ref92015884ff4ee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94459a71dcc4ef0"/>
  </p:sldMasterIdLst>
  <p:notesMasterIdLst>
    <p:notesMasterId xmlns:r="http://schemas.openxmlformats.org/officeDocument/2006/relationships" r:id="R8c132d9a48504553"/>
  </p:notesMasterIdLst>
  <p:sldIdLst>
    <p:sldId xmlns:r="http://schemas.openxmlformats.org/officeDocument/2006/relationships" id="256" r:id="R4e5854dee3824d94"/>
    <p:sldId xmlns:r="http://schemas.openxmlformats.org/officeDocument/2006/relationships" id="257" r:id="R227dae1cd6d140c8"/>
    <p:sldId xmlns:r="http://schemas.openxmlformats.org/officeDocument/2006/relationships" id="258" r:id="R5ca9ce791d244f4a"/>
    <p:sldId xmlns:r="http://schemas.openxmlformats.org/officeDocument/2006/relationships" id="259" r:id="Rc0370174b2604a9a"/>
    <p:sldId xmlns:r="http://schemas.openxmlformats.org/officeDocument/2006/relationships" id="260" r:id="R562af83dabcc4f05"/>
    <p:sldId xmlns:r="http://schemas.openxmlformats.org/officeDocument/2006/relationships" id="261" r:id="Rc67c06bba784412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5ee14ae5514e30" /><Relationship Type="http://schemas.openxmlformats.org/officeDocument/2006/relationships/slideMaster" Target="/ppt/slideMasters/slideMaster1.xml" Id="R594459a71dcc4ef0" /><Relationship Type="http://schemas.openxmlformats.org/officeDocument/2006/relationships/notesMaster" Target="/ppt/notesMasters/notesMaster1.xml" Id="R8c132d9a48504553" /><Relationship Type="http://schemas.openxmlformats.org/officeDocument/2006/relationships/presProps" Target="/ppt/presProps.xml" Id="R5d3b0e9898c546bf" /><Relationship Type="http://schemas.openxmlformats.org/officeDocument/2006/relationships/tableStyles" Target="/ppt/tableStyles.xml" Id="Rb8fb05f8723446be" /><Relationship Type="http://schemas.openxmlformats.org/officeDocument/2006/relationships/slide" Target="/ppt/slides/slide1.xml" Id="R4e5854dee3824d94" /><Relationship Type="http://schemas.openxmlformats.org/officeDocument/2006/relationships/slide" Target="/ppt/slides/slide2.xml" Id="R227dae1cd6d140c8" /><Relationship Type="http://schemas.openxmlformats.org/officeDocument/2006/relationships/slide" Target="/ppt/slides/slide3.xml" Id="R5ca9ce791d244f4a" /><Relationship Type="http://schemas.openxmlformats.org/officeDocument/2006/relationships/slide" Target="/ppt/slides/slide4.xml" Id="Rc0370174b2604a9a" /><Relationship Type="http://schemas.openxmlformats.org/officeDocument/2006/relationships/slide" Target="/ppt/slides/slide5.xml" Id="R562af83dabcc4f05" /><Relationship Type="http://schemas.openxmlformats.org/officeDocument/2006/relationships/slide" Target="/ppt/slides/slide6.xml" Id="Rc67c06bba784412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3b6493851324e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2eb9ef448d412d" /><Relationship Type="http://schemas.openxmlformats.org/officeDocument/2006/relationships/notesMaster" Target="/ppt/notesMasters/notesMaster1.xml" Id="R981b0a6386cb48f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268f564263848be" /><Relationship Type="http://schemas.openxmlformats.org/officeDocument/2006/relationships/notesMaster" Target="/ppt/notesMasters/notesMaster1.xml" Id="Rebf0af44598f475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2ecc589ff644f3b" /><Relationship Type="http://schemas.openxmlformats.org/officeDocument/2006/relationships/notesMaster" Target="/ppt/notesMasters/notesMaster1.xml" Id="Rd68e8b9fec684f9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1b22d37c1843c1" /><Relationship Type="http://schemas.openxmlformats.org/officeDocument/2006/relationships/notesMaster" Target="/ppt/notesMasters/notesMaster1.xml" Id="R2e6a8ef2866f47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10c76e47674bdf" /><Relationship Type="http://schemas.openxmlformats.org/officeDocument/2006/relationships/notesMaster" Target="/ppt/notesMasters/notesMaster1.xml" Id="R1898ac91afa044d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9e309a8f954c3c" /><Relationship Type="http://schemas.openxmlformats.org/officeDocument/2006/relationships/notesMaster" Target="/ppt/notesMasters/notesMaster1.xml" Id="Rb57916b5b99c42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In-game lake environment: src/assets/lake-chart.png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741e2ce6934d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5e88ca67cd84db8" /><Relationship Type="http://schemas.openxmlformats.org/officeDocument/2006/relationships/slideLayout" Target="/ppt/slideLayouts/slideLayout1.xml" Id="R7c1c244e08fe46d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c1c244e08fe46d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0521d258ba4157" /><Relationship Type="http://schemas.openxmlformats.org/officeDocument/2006/relationships/image" Target="/ppt/media/image.png" Id="Re91978d9a6dd4a3f" /><Relationship Type="http://schemas.openxmlformats.org/officeDocument/2006/relationships/image" Target="/ppt/media/image2.png" Id="R16a2a19d1b644040" /><Relationship Type="http://schemas.openxmlformats.org/officeDocument/2006/relationships/notesSlide" Target="/ppt/notesSlides/notesSlide1.xml" Id="Rf29cbcb62790486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d575e7aede4c81" /><Relationship Type="http://schemas.openxmlformats.org/officeDocument/2006/relationships/image" Target="/ppt/media/image3.png" Id="R1070b64f4ebb472b" /><Relationship Type="http://schemas.openxmlformats.org/officeDocument/2006/relationships/image" Target="/ppt/media/image4.png" Id="Rd21bb63c565949c3" /><Relationship Type="http://schemas.openxmlformats.org/officeDocument/2006/relationships/notesSlide" Target="/ppt/notesSlides/notesSlide2.xml" Id="R875d7733de124f8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afdd345cf84641" /><Relationship Type="http://schemas.openxmlformats.org/officeDocument/2006/relationships/image" Target="/ppt/media/image5.png" Id="R3770fbeda982408d" /><Relationship Type="http://schemas.openxmlformats.org/officeDocument/2006/relationships/notesSlide" Target="/ppt/notesSlides/notesSlide3.xml" Id="R95966d0fbc5448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8f90d7e38b44ed" /><Relationship Type="http://schemas.openxmlformats.org/officeDocument/2006/relationships/image" Target="/ppt/media/image6.png" Id="R9643bce1e0c44d02" /><Relationship Type="http://schemas.openxmlformats.org/officeDocument/2006/relationships/image" Target="/ppt/media/image7.png" Id="R4436b114f3144c21" /><Relationship Type="http://schemas.openxmlformats.org/officeDocument/2006/relationships/notesSlide" Target="/ppt/notesSlides/notesSlide4.xml" Id="R2afda69c258d4d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98dc0244f445d6" /><Relationship Type="http://schemas.openxmlformats.org/officeDocument/2006/relationships/image" Target="/ppt/media/image8.png" Id="R5f9b3078b67d4ca3" /><Relationship Type="http://schemas.openxmlformats.org/officeDocument/2006/relationships/notesSlide" Target="/ppt/notesSlides/notesSlide5.xml" Id="Rb8ef7805311845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bbd26b4c36435a" /><Relationship Type="http://schemas.openxmlformats.org/officeDocument/2006/relationships/image" Target="/ppt/media/image9.png" Id="R789feda8b6bb4de7" /><Relationship Type="http://schemas.openxmlformats.org/officeDocument/2006/relationships/image" Target="/ppt/media/image10.png" Id="Re2b9ae7b3e044826" /><Relationship Type="http://schemas.openxmlformats.org/officeDocument/2006/relationships/image" Target="/ppt/media/image11.png" Id="R96cce907590143b0" /><Relationship Type="http://schemas.openxmlformats.org/officeDocument/2006/relationships/image" Target="/ppt/media/image12.png" Id="R3b544769008742c4" /><Relationship Type="http://schemas.openxmlformats.org/officeDocument/2006/relationships/notesSlide" Target="/ppt/notesSlides/notesSlide6.xml" Id="R4ae543b914a54cb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978d9a6dd4a3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DFEF3E70-2945-44D2-A34D-DD5432E25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a2a19d1b644040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2460AF74-69E2-4813-99E6-77CBF4AE3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CATCH THE FISH. SELL YOUR HAUL. ENHANCE YOUR EQUIPMENT.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52A9E62C-31F6-4BBB-B775-1BC06F1A6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6109909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70b64f4ebb472b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8DE60164-DAE7-440C-B129-88841F7E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03507D43-82E7-4C3A-B5A5-52D8DED7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B8D9A37-9E72-4AF7-9EAF-EFD05FF7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1bb63c565949c3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5623F1F6-DCB9-4433-9B39-212F90A64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-line">
            <a:extLst xmlns:a="http://schemas.openxmlformats.org/drawingml/2006/main">
              <a:ext uri="{FF2B5EF4-FFF2-40B4-BE49-F238E27FC236}">
                <a16:creationId xmlns:a16="http://schemas.microsoft.com/office/drawing/2014/main" id="{02A51EAB-F720-4989-9582-E21E3C85B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62D35"/>
                </a:solidFill>
              </a:defRPr>
            </a:pPr>
            <a:r>
              <a:rPr sz="1800" b="1">
                <a:solidFill>
                  <a:srgbClr val="062D35"/>
                </a:solidFill>
              </a:rPr>
              <a:t>The route changes when the market changes.</a:t>
            </a:r>
          </a:p>
        </p:txBody>
      </p:sp>
    </p:spTree>
    <p:extLst>
      <p:ext uri="{BB962C8B-B14F-4D97-AF65-F5344CB8AC3E}">
        <p14:creationId xmlns:p14="http://schemas.microsoft.com/office/powerpoint/2010/main" val="163920917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70fbeda982408d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3AC602C3-9D43-427A-8313-8A5466C6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3" name="icon-0">
            <a:extLst xmlns:a="http://schemas.openxmlformats.org/drawingml/2006/main">
              <a:ext uri="{FF2B5EF4-FFF2-40B4-BE49-F238E27FC236}">
                <a16:creationId xmlns:a16="http://schemas.microsoft.com/office/drawing/2014/main" id="{50B1ECC2-3640-47F2-B8E2-60C144E83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4" name="label-0">
            <a:extLst xmlns:a="http://schemas.openxmlformats.org/drawingml/2006/main">
              <a:ext uri="{FF2B5EF4-FFF2-40B4-BE49-F238E27FC236}">
                <a16:creationId xmlns:a16="http://schemas.microsoft.com/office/drawing/2014/main" id="{0F4AE70B-AF52-4C35-9ABD-A13304702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20EF9EAA-257A-4CA7-9CDD-F35A40D59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6" name="icon-1">
            <a:extLst xmlns:a="http://schemas.openxmlformats.org/drawingml/2006/main">
              <a:ext uri="{FF2B5EF4-FFF2-40B4-BE49-F238E27FC236}">
                <a16:creationId xmlns:a16="http://schemas.microsoft.com/office/drawing/2014/main" id="{DC0811F5-E4E4-448A-AA7B-50640F048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7" name="label-1">
            <a:extLst xmlns:a="http://schemas.openxmlformats.org/drawingml/2006/main">
              <a:ext uri="{FF2B5EF4-FFF2-40B4-BE49-F238E27FC236}">
                <a16:creationId xmlns:a16="http://schemas.microsoft.com/office/drawing/2014/main" id="{760F9684-862B-49B1-95A2-2CD7973DF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8" name="arrow-1">
            <a:extLst xmlns:a="http://schemas.openxmlformats.org/drawingml/2006/main">
              <a:ext uri="{FF2B5EF4-FFF2-40B4-BE49-F238E27FC236}">
                <a16:creationId xmlns:a16="http://schemas.microsoft.com/office/drawing/2014/main" id="{1D286FA8-4635-43A0-82D4-9B885F10F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336CA752-3331-4DC5-A18D-C592E7E2B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8608BBBF-1735-4157-AD92-A0BB4C0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C6450E40-C53A-44FB-9E4E-8D3AC8641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4BDE52E1-6799-402E-9BB6-DF8E04761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801669F4-025C-422B-8356-DAFAD06E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F66DE995-68F0-4850-881C-199328C74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858BF3FB-3D3B-4C25-8FD6-16AD2E5F2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6F0808AC-D8F0-41E8-8713-B3465111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DD25F9E3-10D2-41A9-BDE0-CC84DDB97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4A35D1C2-15DD-421F-90D0-29CEC1D4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8092D2F5-A6E3-4646-AD63-352B8274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3E209012-DCFA-4D85-A026-0AE844C85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585EB6AE-E207-49E4-B93D-E022F3E6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6EF58F98-1E71-4984-9892-63F74932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B4061397-2AA3-45E5-BC09-B82D7E2FE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D1836FFE-4485-4F8A-A274-B3121BE5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AC855D2B-5D37-4783-8F28-83CB871DD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F264657D-D8F9-43EC-A891-3DF531B8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2A97428B-591C-4B82-A7BE-86935BFD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1372BD4-5EA8-400C-8D5A-340C3328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11681037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43bce1e0c44d02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6434B0C8-4AC1-48EA-9DCD-76CAFBB4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5584A3D9-C64C-41AD-BC8E-0AF5C2EC2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buNone/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36b114f3144c21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AEBCA980-6BEC-479F-A4C0-9E51BF1E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buNone/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A513FD7F-AB66-4B8A-8335-7112BDB26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2146925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9b3078b67d4ca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608AAC6B-6BAE-48A8-ABBE-878AFF54E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BD194B5-C9E6-4149-A1AC-341843D1C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9F87284D-FF28-4ABE-8867-696BF08C5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B2644FF-57D4-4BED-B9F1-FD13A8842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F42263C6-E1B3-44F1-9845-DEFD27450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31542581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9feda8b6bb4de7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1A948238-06FB-4995-B801-F3A75D278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9ae7b3e044826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CD8510CE-535E-4FF0-9891-C2C89631C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cce907590143b0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0DA5948D-886C-4755-8817-ED6C600D3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544769008742c4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996284A5-0F0A-4D4C-99BB-F2E155B2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F300F8C9-88BC-4A9A-B3B2-9048B20E2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177720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2026-08-29T21:34:19.3090000Z</dcterms:created>
  <dcterms:modified xsi:type="dcterms:W3CDTF">2026-08-29T21:34:19.3090000Z</dcterms:modified>
</coreProperties>
</file>