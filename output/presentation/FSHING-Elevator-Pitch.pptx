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5ae537e0514f4b" /><Relationship Type="http://schemas.openxmlformats.org/officeDocument/2006/relationships/extended-properties" Target="/docProps/app.xml" Id="R21ba278f1e32476f" /><Relationship Type="http://schemas.openxmlformats.org/officeDocument/2006/relationships/officeDocument" Target="/ppt/presentation.xml" Id="R274e3a0cf88b42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f0b012f72e42dc"/>
  </p:sldMasterIdLst>
  <p:notesMasterIdLst>
    <p:notesMasterId xmlns:r="http://schemas.openxmlformats.org/officeDocument/2006/relationships" r:id="R8f53736a38714ea0"/>
  </p:notesMasterIdLst>
  <p:sldIdLst>
    <p:sldId xmlns:r="http://schemas.openxmlformats.org/officeDocument/2006/relationships" id="256" r:id="R007d5401d57e400d"/>
    <p:sldId xmlns:r="http://schemas.openxmlformats.org/officeDocument/2006/relationships" id="257" r:id="R970dad00ca0c4875"/>
    <p:sldId xmlns:r="http://schemas.openxmlformats.org/officeDocument/2006/relationships" id="258" r:id="R6323f074975d4d9a"/>
    <p:sldId xmlns:r="http://schemas.openxmlformats.org/officeDocument/2006/relationships" id="259" r:id="Rde8d8e8d24054e2e"/>
    <p:sldId xmlns:r="http://schemas.openxmlformats.org/officeDocument/2006/relationships" id="260" r:id="Rc02a119ec78b44c2"/>
    <p:sldId xmlns:r="http://schemas.openxmlformats.org/officeDocument/2006/relationships" id="261" r:id="R0d0d431535b44d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4b3c6409c424145" /><Relationship Type="http://schemas.openxmlformats.org/officeDocument/2006/relationships/slideMaster" Target="/ppt/slideMasters/slideMaster1.xml" Id="R27f0b012f72e42dc" /><Relationship Type="http://schemas.openxmlformats.org/officeDocument/2006/relationships/notesMaster" Target="/ppt/notesMasters/notesMaster1.xml" Id="R8f53736a38714ea0" /><Relationship Type="http://schemas.openxmlformats.org/officeDocument/2006/relationships/presProps" Target="/ppt/presProps.xml" Id="Rfa76d019329a4179" /><Relationship Type="http://schemas.openxmlformats.org/officeDocument/2006/relationships/tableStyles" Target="/ppt/tableStyles.xml" Id="Rcfe403dfeff84888" /><Relationship Type="http://schemas.openxmlformats.org/officeDocument/2006/relationships/slide" Target="/ppt/slides/slide1.xml" Id="R007d5401d57e400d" /><Relationship Type="http://schemas.openxmlformats.org/officeDocument/2006/relationships/slide" Target="/ppt/slides/slide2.xml" Id="R970dad00ca0c4875" /><Relationship Type="http://schemas.openxmlformats.org/officeDocument/2006/relationships/slide" Target="/ppt/slides/slide3.xml" Id="R6323f074975d4d9a" /><Relationship Type="http://schemas.openxmlformats.org/officeDocument/2006/relationships/slide" Target="/ppt/slides/slide4.xml" Id="Rde8d8e8d24054e2e" /><Relationship Type="http://schemas.openxmlformats.org/officeDocument/2006/relationships/slide" Target="/ppt/slides/slide5.xml" Id="Rc02a119ec78b44c2" /><Relationship Type="http://schemas.openxmlformats.org/officeDocument/2006/relationships/slide" Target="/ppt/slides/slide6.xml" Id="R0d0d431535b44d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8bedf3c1344db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ab33cc63ec346b7" /><Relationship Type="http://schemas.openxmlformats.org/officeDocument/2006/relationships/notesMaster" Target="/ppt/notesMasters/notesMaster1.xml" Id="R5cd9177e042d45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9cff5bad0d4588" /><Relationship Type="http://schemas.openxmlformats.org/officeDocument/2006/relationships/notesMaster" Target="/ppt/notesMasters/notesMaster1.xml" Id="Raa72751b12684e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321526047d4c2d" /><Relationship Type="http://schemas.openxmlformats.org/officeDocument/2006/relationships/notesMaster" Target="/ppt/notesMasters/notesMaster1.xml" Id="Ra679eb3ca60648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d228201fdd40ec" /><Relationship Type="http://schemas.openxmlformats.org/officeDocument/2006/relationships/notesMaster" Target="/ppt/notesMasters/notesMaster1.xml" Id="Rd3c480c98e964b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315a7eecde484d" /><Relationship Type="http://schemas.openxmlformats.org/officeDocument/2006/relationships/notesMaster" Target="/ppt/notesMasters/notesMaster1.xml" Id="R4a325f2b5f03454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127c6daf1f4319" /><Relationship Type="http://schemas.openxmlformats.org/officeDocument/2006/relationships/notesMaster" Target="/ppt/notesMasters/notesMaster1.xml" Id="Rcf3c1d0d89de47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In-game lake environment: src/assets/lake-chart.png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23bed993f8427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2566f0b4e24474d" /><Relationship Type="http://schemas.openxmlformats.org/officeDocument/2006/relationships/slideLayout" Target="/ppt/slideLayouts/slideLayout1.xml" Id="R5291306925324de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291306925324de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f07b4cacec4139" /><Relationship Type="http://schemas.openxmlformats.org/officeDocument/2006/relationships/image" Target="/ppt/media/image.png" Id="Ra57e0ba48eb546a1" /><Relationship Type="http://schemas.openxmlformats.org/officeDocument/2006/relationships/image" Target="/ppt/media/image2.png" Id="R6dfc2797f15545ba" /><Relationship Type="http://schemas.openxmlformats.org/officeDocument/2006/relationships/notesSlide" Target="/ppt/notesSlides/notesSlide1.xml" Id="R72aa911935fa4a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a59835f8d14e01" /><Relationship Type="http://schemas.openxmlformats.org/officeDocument/2006/relationships/image" Target="/ppt/media/image3.png" Id="Rbbdfe1c5c2b94bb9" /><Relationship Type="http://schemas.openxmlformats.org/officeDocument/2006/relationships/image" Target="/ppt/media/image4.png" Id="Ra0eabe2d832f417c" /><Relationship Type="http://schemas.openxmlformats.org/officeDocument/2006/relationships/notesSlide" Target="/ppt/notesSlides/notesSlide2.xml" Id="R0e5b052af2b14e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5928c8deaf4bfc" /><Relationship Type="http://schemas.openxmlformats.org/officeDocument/2006/relationships/image" Target="/ppt/media/image5.png" Id="Rab1de257318546d3" /><Relationship Type="http://schemas.openxmlformats.org/officeDocument/2006/relationships/notesSlide" Target="/ppt/notesSlides/notesSlide3.xml" Id="R2d189417a3f746e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4eb8da855c46aa" /><Relationship Type="http://schemas.openxmlformats.org/officeDocument/2006/relationships/image" Target="/ppt/media/image6.png" Id="R670a17fedaac4f89" /><Relationship Type="http://schemas.openxmlformats.org/officeDocument/2006/relationships/image" Target="/ppt/media/image7.png" Id="Rbf522c9a58a94fcf" /><Relationship Type="http://schemas.openxmlformats.org/officeDocument/2006/relationships/notesSlide" Target="/ppt/notesSlides/notesSlide4.xml" Id="R0d05dd2492ab4c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0ea728a50d4122" /><Relationship Type="http://schemas.openxmlformats.org/officeDocument/2006/relationships/image" Target="/ppt/media/image8.png" Id="R4750a512c3f54956" /><Relationship Type="http://schemas.openxmlformats.org/officeDocument/2006/relationships/notesSlide" Target="/ppt/notesSlides/notesSlide5.xml" Id="Rb93ffd8102be43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4cce67ed004c64" /><Relationship Type="http://schemas.openxmlformats.org/officeDocument/2006/relationships/image" Target="/ppt/media/image9.png" Id="R36481fe55f2e478b" /><Relationship Type="http://schemas.openxmlformats.org/officeDocument/2006/relationships/image" Target="/ppt/media/image10.png" Id="R30bfaf7f74e84f24" /><Relationship Type="http://schemas.openxmlformats.org/officeDocument/2006/relationships/image" Target="/ppt/media/image11.png" Id="R80a11af7d1b94792" /><Relationship Type="http://schemas.openxmlformats.org/officeDocument/2006/relationships/image" Target="/ppt/media/image12.png" Id="R41ff9d8ac658416d" /><Relationship Type="http://schemas.openxmlformats.org/officeDocument/2006/relationships/notesSlide" Target="/ppt/notesSlides/notesSlide6.xml" Id="R2c90c4d10cda426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7e0ba48eb546a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DFEF3E70-2945-44D2-A34D-DD5432E2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c2797f15545ba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2460AF74-69E2-4813-99E6-77CBF4AE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CATCH THE FISH. SELL YOUR HAUL. ENHANCE YOUR EQUIPMENT.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52A9E62C-31F6-4BBB-B775-1BC06F1A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610990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dfe1c5c2b94bb9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8DE60164-DAE7-440C-B129-88841F7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03507D43-82E7-4C3A-B5A5-52D8DED7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B8D9A37-9E72-4AF7-9EAF-EFD05FF7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Compare the current fish prices across the market. Choose what you want to catch.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eabe2d832f417c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5623F1F6-DCB9-4433-9B39-212F90A6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39209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1de257318546d3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3AC602C3-9D43-427A-8313-8A5466C6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3" name="icon-0">
            <a:extLst xmlns:a="http://schemas.openxmlformats.org/drawingml/2006/main">
              <a:ext uri="{FF2B5EF4-FFF2-40B4-BE49-F238E27FC236}">
                <a16:creationId xmlns:a16="http://schemas.microsoft.com/office/drawing/2014/main" id="{50B1ECC2-3640-47F2-B8E2-60C144E8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◒</a:t>
            </a:r>
          </a:p>
        </p:txBody>
      </p:sp>
      <p:sp>
        <p:nvSpPr>
          <p:cNvPr id="4" name="label-0">
            <a:extLst xmlns:a="http://schemas.openxmlformats.org/drawingml/2006/main">
              <a:ext uri="{FF2B5EF4-FFF2-40B4-BE49-F238E27FC236}">
                <a16:creationId xmlns:a16="http://schemas.microsoft.com/office/drawing/2014/main" id="{0F4AE70B-AF52-4C35-9ABD-A1330470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MARKET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20EF9EAA-257A-4CA7-9CDD-F35A40D5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6" name="icon-1">
            <a:extLst xmlns:a="http://schemas.openxmlformats.org/drawingml/2006/main">
              <a:ext uri="{FF2B5EF4-FFF2-40B4-BE49-F238E27FC236}">
                <a16:creationId xmlns:a16="http://schemas.microsoft.com/office/drawing/2014/main" id="{DC0811F5-E4E4-448A-AA7B-50640F04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◆</a:t>
            </a:r>
          </a:p>
        </p:txBody>
      </p:sp>
      <p:sp>
        <p:nvSpPr>
          <p:cNvPr id="7" name="label-1">
            <a:extLst xmlns:a="http://schemas.openxmlformats.org/drawingml/2006/main">
              <a:ext uri="{FF2B5EF4-FFF2-40B4-BE49-F238E27FC236}">
                <a16:creationId xmlns:a16="http://schemas.microsoft.com/office/drawing/2014/main" id="{760F9684-862B-49B1-95A2-2CD7973D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TRACK</a:t>
            </a:r>
          </a:p>
        </p:txBody>
      </p:sp>
      <p:sp>
        <p:nvSpPr>
          <p:cNvPr id="8" name="arrow-1">
            <a:extLst xmlns:a="http://schemas.openxmlformats.org/drawingml/2006/main">
              <a:ext uri="{FF2B5EF4-FFF2-40B4-BE49-F238E27FC236}">
                <a16:creationId xmlns:a16="http://schemas.microsoft.com/office/drawing/2014/main" id="{1D286FA8-4635-43A0-82D4-9B885F10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336CA752-3331-4DC5-A18D-C592E7E2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con-2">
            <a:extLst xmlns:a="http://schemas.openxmlformats.org/drawingml/2006/main">
              <a:ext uri="{FF2B5EF4-FFF2-40B4-BE49-F238E27FC236}">
                <a16:creationId xmlns:a16="http://schemas.microsoft.com/office/drawing/2014/main" id="{8608BBBF-1735-4157-AD92-A0BB4C06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1" name="label-2">
            <a:extLst xmlns:a="http://schemas.openxmlformats.org/drawingml/2006/main">
              <a:ext uri="{FF2B5EF4-FFF2-40B4-BE49-F238E27FC236}">
                <a16:creationId xmlns:a16="http://schemas.microsoft.com/office/drawing/2014/main" id="{C6450E40-C53A-44FB-9E4E-8D3AC864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2" name="arrow-2">
            <a:extLst xmlns:a="http://schemas.openxmlformats.org/drawingml/2006/main">
              <a:ext uri="{FF2B5EF4-FFF2-40B4-BE49-F238E27FC236}">
                <a16:creationId xmlns:a16="http://schemas.microsoft.com/office/drawing/2014/main" id="{4BDE52E1-6799-402E-9BB6-DF8E0476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801669F4-025C-422B-8356-DAFAD06E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icon-3">
            <a:extLst xmlns:a="http://schemas.openxmlformats.org/drawingml/2006/main">
              <a:ext uri="{FF2B5EF4-FFF2-40B4-BE49-F238E27FC236}">
                <a16:creationId xmlns:a16="http://schemas.microsoft.com/office/drawing/2014/main" id="{F66DE995-68F0-4850-881C-199328C7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5" name="label-3">
            <a:extLst xmlns:a="http://schemas.openxmlformats.org/drawingml/2006/main">
              <a:ext uri="{FF2B5EF4-FFF2-40B4-BE49-F238E27FC236}">
                <a16:creationId xmlns:a16="http://schemas.microsoft.com/office/drawing/2014/main" id="{858BF3FB-3D3B-4C25-8FD6-16AD2E5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6" name="arrow-3">
            <a:extLst xmlns:a="http://schemas.openxmlformats.org/drawingml/2006/main">
              <a:ext uri="{FF2B5EF4-FFF2-40B4-BE49-F238E27FC236}">
                <a16:creationId xmlns:a16="http://schemas.microsoft.com/office/drawing/2014/main" id="{6F0808AC-D8F0-41E8-8713-B3465111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D25F9E3-10D2-41A9-BDE0-CC84DDB9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icon-4">
            <a:extLst xmlns:a="http://schemas.openxmlformats.org/drawingml/2006/main">
              <a:ext uri="{FF2B5EF4-FFF2-40B4-BE49-F238E27FC236}">
                <a16:creationId xmlns:a16="http://schemas.microsoft.com/office/drawing/2014/main" id="{4A35D1C2-15DD-421F-90D0-29CEC1D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19" name="label-4">
            <a:extLst xmlns:a="http://schemas.openxmlformats.org/drawingml/2006/main">
              <a:ext uri="{FF2B5EF4-FFF2-40B4-BE49-F238E27FC236}">
                <a16:creationId xmlns:a16="http://schemas.microsoft.com/office/drawing/2014/main" id="{8092D2F5-A6E3-4646-AD63-352B8274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0" name="arrow-4">
            <a:extLst xmlns:a="http://schemas.openxmlformats.org/drawingml/2006/main">
              <a:ext uri="{FF2B5EF4-FFF2-40B4-BE49-F238E27FC236}">
                <a16:creationId xmlns:a16="http://schemas.microsoft.com/office/drawing/2014/main" id="{3E209012-DCFA-4D85-A026-0AE844C8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1" name="step-5">
            <a:extLst xmlns:a="http://schemas.openxmlformats.org/drawingml/2006/main">
              <a:ext uri="{FF2B5EF4-FFF2-40B4-BE49-F238E27FC236}">
                <a16:creationId xmlns:a16="http://schemas.microsoft.com/office/drawing/2014/main" id="{585EB6AE-E207-49E4-B93D-E022F3E6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icon-5">
            <a:extLst xmlns:a="http://schemas.openxmlformats.org/drawingml/2006/main">
              <a:ext uri="{FF2B5EF4-FFF2-40B4-BE49-F238E27FC236}">
                <a16:creationId xmlns:a16="http://schemas.microsoft.com/office/drawing/2014/main" id="{6EF58F98-1E71-4984-9892-63F74932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3" name="label-5">
            <a:extLst xmlns:a="http://schemas.openxmlformats.org/drawingml/2006/main">
              <a:ext uri="{FF2B5EF4-FFF2-40B4-BE49-F238E27FC236}">
                <a16:creationId xmlns:a16="http://schemas.microsoft.com/office/drawing/2014/main" id="{B4061397-2AA3-45E5-BC09-B82D7E2F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4" name="arrow-5">
            <a:extLst xmlns:a="http://schemas.openxmlformats.org/drawingml/2006/main">
              <a:ext uri="{FF2B5EF4-FFF2-40B4-BE49-F238E27FC236}">
                <a16:creationId xmlns:a16="http://schemas.microsoft.com/office/drawing/2014/main" id="{D1836FFE-4485-4F8A-A274-B3121BE5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5" name="step-6">
            <a:extLst xmlns:a="http://schemas.openxmlformats.org/drawingml/2006/main">
              <a:ext uri="{FF2B5EF4-FFF2-40B4-BE49-F238E27FC236}">
                <a16:creationId xmlns:a16="http://schemas.microsoft.com/office/drawing/2014/main" id="{AC855D2B-5D37-4783-8F28-83CB871D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icon-6">
            <a:extLst xmlns:a="http://schemas.openxmlformats.org/drawingml/2006/main">
              <a:ext uri="{FF2B5EF4-FFF2-40B4-BE49-F238E27FC236}">
                <a16:creationId xmlns:a16="http://schemas.microsoft.com/office/drawing/2014/main" id="{F264657D-D8F9-43EC-A891-3DF531B8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7" name="label-6">
            <a:extLst xmlns:a="http://schemas.openxmlformats.org/drawingml/2006/main">
              <a:ext uri="{FF2B5EF4-FFF2-40B4-BE49-F238E27FC236}">
                <a16:creationId xmlns:a16="http://schemas.microsoft.com/office/drawing/2014/main" id="{2A97428B-591C-4B82-A7BE-86935BFD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C1372BD4-5EA8-400C-8D5A-340C3328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1681037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0a17fedaac4f89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434B0C8-4AC1-48EA-9DCD-76CAFBB4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584A3D9-C64C-41AD-BC8E-0AF5C2EC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small working boat.</a:t>
            </a:r>
          </a:p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long way to go.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522c9a58a94fcf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AEBCA980-6BEC-479F-A4C0-9E51BF1E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WEATHERED HULL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HOOK CRANE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CRATE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WARM LANTERN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A513FD7F-AB66-4B8A-8335-7112BDB2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1214692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50a512c3f54956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608AAC6B-6BAE-48A8-ABBE-878AFF54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BD194B5-C9E6-4149-A1AC-341843D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9F87284D-FF28-4ABE-8867-696BF08C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B2644FF-57D4-4BED-B9F1-FD13A884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F42263C6-E1B3-44F1-9845-DEFD2745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1315425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481fe55f2e478b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1A948238-06FB-4995-B801-F3A75D27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bfaf7f74e84f24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CD8510CE-535E-4FF0-9891-C2C89631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11af7d1b94792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0DA5948D-886C-4755-8817-ED6C600D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f9d8ac658416d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996284A5-0F0A-4D4C-99BB-F2E155B2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F300F8C9-88BC-4A9A-B3B2-9048B20E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017772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2026-08-29T21:40:55.4950000Z</dcterms:created>
  <dcterms:modified xsi:type="dcterms:W3CDTF">2026-08-29T21:40:55.4950000Z</dcterms:modified>
</coreProperties>
</file>