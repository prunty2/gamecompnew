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9faf9ec8d34fe2" /><Relationship Type="http://schemas.openxmlformats.org/officeDocument/2006/relationships/extended-properties" Target="/docProps/app.xml" Id="R23dd39adfe454f51" /><Relationship Type="http://schemas.openxmlformats.org/officeDocument/2006/relationships/officeDocument" Target="/ppt/presentation.xml" Id="R296a069f2cbe45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bd9d3067ce4582"/>
  </p:sldMasterIdLst>
  <p:notesMasterIdLst>
    <p:notesMasterId xmlns:r="http://schemas.openxmlformats.org/officeDocument/2006/relationships" r:id="R53d1f49495fd4121"/>
  </p:notesMasterIdLst>
  <p:sldIdLst>
    <p:sldId xmlns:r="http://schemas.openxmlformats.org/officeDocument/2006/relationships" id="256" r:id="R035ce98c4ea2436d"/>
    <p:sldId xmlns:r="http://schemas.openxmlformats.org/officeDocument/2006/relationships" id="257" r:id="Rabe3682454da4535"/>
    <p:sldId xmlns:r="http://schemas.openxmlformats.org/officeDocument/2006/relationships" id="258" r:id="R907c15b108e24ec0"/>
    <p:sldId xmlns:r="http://schemas.openxmlformats.org/officeDocument/2006/relationships" id="259" r:id="R6cf820cb90864756"/>
    <p:sldId xmlns:r="http://schemas.openxmlformats.org/officeDocument/2006/relationships" id="260" r:id="R1d45af0fde224558"/>
    <p:sldId xmlns:r="http://schemas.openxmlformats.org/officeDocument/2006/relationships" id="261" r:id="R6550c91122d843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35638dbb664220" /><Relationship Type="http://schemas.openxmlformats.org/officeDocument/2006/relationships/slideMaster" Target="/ppt/slideMasters/slideMaster1.xml" Id="R1bbd9d3067ce4582" /><Relationship Type="http://schemas.openxmlformats.org/officeDocument/2006/relationships/notesMaster" Target="/ppt/notesMasters/notesMaster1.xml" Id="R53d1f49495fd4121" /><Relationship Type="http://schemas.openxmlformats.org/officeDocument/2006/relationships/presProps" Target="/ppt/presProps.xml" Id="R0d03321c5c474f0d" /><Relationship Type="http://schemas.openxmlformats.org/officeDocument/2006/relationships/tableStyles" Target="/ppt/tableStyles.xml" Id="R8afb4792182e480a" /><Relationship Type="http://schemas.openxmlformats.org/officeDocument/2006/relationships/slide" Target="/ppt/slides/slide1.xml" Id="R035ce98c4ea2436d" /><Relationship Type="http://schemas.openxmlformats.org/officeDocument/2006/relationships/slide" Target="/ppt/slides/slide2.xml" Id="Rabe3682454da4535" /><Relationship Type="http://schemas.openxmlformats.org/officeDocument/2006/relationships/slide" Target="/ppt/slides/slide3.xml" Id="R907c15b108e24ec0" /><Relationship Type="http://schemas.openxmlformats.org/officeDocument/2006/relationships/slide" Target="/ppt/slides/slide4.xml" Id="R6cf820cb90864756" /><Relationship Type="http://schemas.openxmlformats.org/officeDocument/2006/relationships/slide" Target="/ppt/slides/slide5.xml" Id="R1d45af0fde224558" /><Relationship Type="http://schemas.openxmlformats.org/officeDocument/2006/relationships/slide" Target="/ppt/slides/slide6.xml" Id="R6550c91122d843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f360df02d640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b00b84084b4082" /><Relationship Type="http://schemas.openxmlformats.org/officeDocument/2006/relationships/notesMaster" Target="/ppt/notesMasters/notesMaster1.xml" Id="Rf74894e757c245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ddfcd6948d4127" /><Relationship Type="http://schemas.openxmlformats.org/officeDocument/2006/relationships/notesMaster" Target="/ppt/notesMasters/notesMaster1.xml" Id="Rec52ca03cb944a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8d304b23404a87" /><Relationship Type="http://schemas.openxmlformats.org/officeDocument/2006/relationships/notesMaster" Target="/ppt/notesMasters/notesMaster1.xml" Id="R801d3ace9a4d40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3d2ab06bb14217" /><Relationship Type="http://schemas.openxmlformats.org/officeDocument/2006/relationships/notesMaster" Target="/ppt/notesMasters/notesMaster1.xml" Id="Rc02ee831fc384a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8717b8895f46f1" /><Relationship Type="http://schemas.openxmlformats.org/officeDocument/2006/relationships/notesMaster" Target="/ppt/notesMasters/notesMaster1.xml" Id="Rb5414e6375ea4d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f5bcb34da04b99" /><Relationship Type="http://schemas.openxmlformats.org/officeDocument/2006/relationships/notesMaster" Target="/ppt/notesMasters/notesMaster1.xml" Id="R41e26fa452e441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Docs/incursion/screenshots/01-title-v0.9.0.png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154987be7446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de26dc570741ea" /><Relationship Type="http://schemas.openxmlformats.org/officeDocument/2006/relationships/slideLayout" Target="/ppt/slideLayouts/slideLayout1.xml" Id="R6e5f913663ea4a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5f913663ea4a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2f925ea7e417b" /><Relationship Type="http://schemas.openxmlformats.org/officeDocument/2006/relationships/image" Target="/ppt/media/image.png" Id="R85f66d36eeee4f32" /><Relationship Type="http://schemas.openxmlformats.org/officeDocument/2006/relationships/image" Target="/ppt/media/image2.png" Id="R17a8e130c05e478f" /><Relationship Type="http://schemas.openxmlformats.org/officeDocument/2006/relationships/notesSlide" Target="/ppt/notesSlides/notesSlide1.xml" Id="R66e048e14ccc4d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a5c40cd9eb467b" /><Relationship Type="http://schemas.openxmlformats.org/officeDocument/2006/relationships/image" Target="/ppt/media/image3.png" Id="Red76b0a2f1fc45dd" /><Relationship Type="http://schemas.openxmlformats.org/officeDocument/2006/relationships/image" Target="/ppt/media/image4.png" Id="R1196f78bf1b0463d" /><Relationship Type="http://schemas.openxmlformats.org/officeDocument/2006/relationships/notesSlide" Target="/ppt/notesSlides/notesSlide2.xml" Id="R1d63e205443446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dff5063af47df" /><Relationship Type="http://schemas.openxmlformats.org/officeDocument/2006/relationships/image" Target="/ppt/media/image5.png" Id="R8e23a16f52024b75" /><Relationship Type="http://schemas.openxmlformats.org/officeDocument/2006/relationships/notesSlide" Target="/ppt/notesSlides/notesSlide3.xml" Id="R76d7f3a356c247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76b44e0894ba7" /><Relationship Type="http://schemas.openxmlformats.org/officeDocument/2006/relationships/image" Target="/ppt/media/image6.png" Id="R0bb562332a0740f8" /><Relationship Type="http://schemas.openxmlformats.org/officeDocument/2006/relationships/image" Target="/ppt/media/image7.png" Id="R6e0ec6861a2d4325" /><Relationship Type="http://schemas.openxmlformats.org/officeDocument/2006/relationships/notesSlide" Target="/ppt/notesSlides/notesSlide4.xml" Id="Ra09120dee59f4d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0cb1b5ed24425" /><Relationship Type="http://schemas.openxmlformats.org/officeDocument/2006/relationships/image" Target="/ppt/media/image8.png" Id="R4032910e70364361" /><Relationship Type="http://schemas.openxmlformats.org/officeDocument/2006/relationships/image" Target="/ppt/media/image9.png" Id="R13cd9dedd1b74e6b" /><Relationship Type="http://schemas.openxmlformats.org/officeDocument/2006/relationships/notesSlide" Target="/ppt/notesSlides/notesSlide5.xml" Id="R0d596544057048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b27a0a04c4e80" /><Relationship Type="http://schemas.openxmlformats.org/officeDocument/2006/relationships/image" Target="/ppt/media/image10.png" Id="R15f089f210ec48da" /><Relationship Type="http://schemas.openxmlformats.org/officeDocument/2006/relationships/image" Target="/ppt/media/image11.png" Id="R0ed1e191991d451e" /><Relationship Type="http://schemas.openxmlformats.org/officeDocument/2006/relationships/image" Target="/ppt/media/image12.png" Id="R26e78aaf815346cd" /><Relationship Type="http://schemas.openxmlformats.org/officeDocument/2006/relationships/image" Target="/ppt/media/image13.png" Id="Raa81d14cc6ca403a" /><Relationship Type="http://schemas.openxmlformats.org/officeDocument/2006/relationships/notesSlide" Target="/ppt/notesSlides/notesSlide6.xml" Id="R7522a93eee9f452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66d36eeee4f3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24B1EE8F-7E59-43A8-B419-BDB5095F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8e130c05e478f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7F4D6A05-6728-482E-A744-91EE1BB3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A3F7E18C-8DAA-4814-8D3A-4B3F8B4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17820755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6b0a2f1fc45dd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AA44AFD-BD9E-41F3-B208-9CC979B4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7F1FDA4-423A-48C7-AEF5-04FD00C7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E4F62FB-2D0E-4455-B014-1951E27D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6f78bf1b0463d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4CEB132C-074F-4F1C-B294-959B3265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5168767F-9A95-4C0F-BCB5-76B11DC6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15022686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3a16f52024b75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642EA237-598E-4541-A825-BA7846D1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step-0">
            <a:extLst xmlns:a="http://schemas.openxmlformats.org/drawingml/2006/main">
              <a:ext uri="{FF2B5EF4-FFF2-40B4-BE49-F238E27FC236}">
                <a16:creationId xmlns:a16="http://schemas.microsoft.com/office/drawing/2014/main" id="{78F3A148-461C-43CD-A550-BA21DA75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icon-0">
            <a:extLst xmlns:a="http://schemas.openxmlformats.org/drawingml/2006/main">
              <a:ext uri="{FF2B5EF4-FFF2-40B4-BE49-F238E27FC236}">
                <a16:creationId xmlns:a16="http://schemas.microsoft.com/office/drawing/2014/main" id="{761FCC73-DFEC-4345-97B1-C9B5A99E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5" name="label-0">
            <a:extLst xmlns:a="http://schemas.openxmlformats.org/drawingml/2006/main">
              <a:ext uri="{FF2B5EF4-FFF2-40B4-BE49-F238E27FC236}">
                <a16:creationId xmlns:a16="http://schemas.microsoft.com/office/drawing/2014/main" id="{04F3042C-AFBE-4A21-9FDF-6CB66B53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6" name="arrow-0">
            <a:extLst xmlns:a="http://schemas.openxmlformats.org/drawingml/2006/main">
              <a:ext uri="{FF2B5EF4-FFF2-40B4-BE49-F238E27FC236}">
                <a16:creationId xmlns:a16="http://schemas.microsoft.com/office/drawing/2014/main" id="{8690780F-A534-4E87-A0D1-947E5C7A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9660213F-EE83-4AC5-81BA-349977D3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con-1">
            <a:extLst xmlns:a="http://schemas.openxmlformats.org/drawingml/2006/main">
              <a:ext uri="{FF2B5EF4-FFF2-40B4-BE49-F238E27FC236}">
                <a16:creationId xmlns:a16="http://schemas.microsoft.com/office/drawing/2014/main" id="{CA04BD12-BE77-4257-9BF6-872247D9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9" name="label-1">
            <a:extLst xmlns:a="http://schemas.openxmlformats.org/drawingml/2006/main">
              <a:ext uri="{FF2B5EF4-FFF2-40B4-BE49-F238E27FC236}">
                <a16:creationId xmlns:a16="http://schemas.microsoft.com/office/drawing/2014/main" id="{DECB75C2-BFBD-41ED-AE23-6CCEAF8C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10" name="arrow-1">
            <a:extLst xmlns:a="http://schemas.openxmlformats.org/drawingml/2006/main">
              <a:ext uri="{FF2B5EF4-FFF2-40B4-BE49-F238E27FC236}">
                <a16:creationId xmlns:a16="http://schemas.microsoft.com/office/drawing/2014/main" id="{135507E8-377E-4351-B7B7-4CEC9302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AA69BDEC-D49F-4E7C-9E65-4C25728E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con-2">
            <a:extLst xmlns:a="http://schemas.openxmlformats.org/drawingml/2006/main">
              <a:ext uri="{FF2B5EF4-FFF2-40B4-BE49-F238E27FC236}">
                <a16:creationId xmlns:a16="http://schemas.microsoft.com/office/drawing/2014/main" id="{94D1411F-5AB7-4DC2-BF78-289036CD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3" name="label-2">
            <a:extLst xmlns:a="http://schemas.openxmlformats.org/drawingml/2006/main">
              <a:ext uri="{FF2B5EF4-FFF2-40B4-BE49-F238E27FC236}">
                <a16:creationId xmlns:a16="http://schemas.microsoft.com/office/drawing/2014/main" id="{6329928D-A715-4290-962F-1C1F8EBD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4" name="arrow-2">
            <a:extLst xmlns:a="http://schemas.openxmlformats.org/drawingml/2006/main">
              <a:ext uri="{FF2B5EF4-FFF2-40B4-BE49-F238E27FC236}">
                <a16:creationId xmlns:a16="http://schemas.microsoft.com/office/drawing/2014/main" id="{AF5547FE-A5D3-4569-8128-30E945B5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5" name="step-3">
            <a:extLst xmlns:a="http://schemas.openxmlformats.org/drawingml/2006/main">
              <a:ext uri="{FF2B5EF4-FFF2-40B4-BE49-F238E27FC236}">
                <a16:creationId xmlns:a16="http://schemas.microsoft.com/office/drawing/2014/main" id="{C29D47FE-B44A-422B-ABC1-6BF95A84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icon-3">
            <a:extLst xmlns:a="http://schemas.openxmlformats.org/drawingml/2006/main">
              <a:ext uri="{FF2B5EF4-FFF2-40B4-BE49-F238E27FC236}">
                <a16:creationId xmlns:a16="http://schemas.microsoft.com/office/drawing/2014/main" id="{B584C5AE-2F18-4E8F-9A54-CA5DB7A8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7" name="label-3">
            <a:extLst xmlns:a="http://schemas.openxmlformats.org/drawingml/2006/main">
              <a:ext uri="{FF2B5EF4-FFF2-40B4-BE49-F238E27FC236}">
                <a16:creationId xmlns:a16="http://schemas.microsoft.com/office/drawing/2014/main" id="{A8579C72-6B66-4856-AECE-8FA3E4CE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8" name="arrow-3">
            <a:extLst xmlns:a="http://schemas.openxmlformats.org/drawingml/2006/main">
              <a:ext uri="{FF2B5EF4-FFF2-40B4-BE49-F238E27FC236}">
                <a16:creationId xmlns:a16="http://schemas.microsoft.com/office/drawing/2014/main" id="{19A4649A-6287-4F9A-8CED-F657C39A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9" name="step-4">
            <a:extLst xmlns:a="http://schemas.openxmlformats.org/drawingml/2006/main">
              <a:ext uri="{FF2B5EF4-FFF2-40B4-BE49-F238E27FC236}">
                <a16:creationId xmlns:a16="http://schemas.microsoft.com/office/drawing/2014/main" id="{F25DFB41-ADBE-4B61-A512-B4950780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icon-4">
            <a:extLst xmlns:a="http://schemas.openxmlformats.org/drawingml/2006/main">
              <a:ext uri="{FF2B5EF4-FFF2-40B4-BE49-F238E27FC236}">
                <a16:creationId xmlns:a16="http://schemas.microsoft.com/office/drawing/2014/main" id="{49F6F434-2E7D-44BE-A130-F0133140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21" name="label-4">
            <a:extLst xmlns:a="http://schemas.openxmlformats.org/drawingml/2006/main">
              <a:ext uri="{FF2B5EF4-FFF2-40B4-BE49-F238E27FC236}">
                <a16:creationId xmlns:a16="http://schemas.microsoft.com/office/drawing/2014/main" id="{4928C346-9E7F-4803-9ED0-62724E85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2" name="arrow-4">
            <a:extLst xmlns:a="http://schemas.openxmlformats.org/drawingml/2006/main">
              <a:ext uri="{FF2B5EF4-FFF2-40B4-BE49-F238E27FC236}">
                <a16:creationId xmlns:a16="http://schemas.microsoft.com/office/drawing/2014/main" id="{30992709-E61C-4F88-9F22-9F7B87E0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3" name="step-5">
            <a:extLst xmlns:a="http://schemas.openxmlformats.org/drawingml/2006/main">
              <a:ext uri="{FF2B5EF4-FFF2-40B4-BE49-F238E27FC236}">
                <a16:creationId xmlns:a16="http://schemas.microsoft.com/office/drawing/2014/main" id="{4D6B96C4-AC78-4B33-A711-9F0F016F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icon-5">
            <a:extLst xmlns:a="http://schemas.openxmlformats.org/drawingml/2006/main">
              <a:ext uri="{FF2B5EF4-FFF2-40B4-BE49-F238E27FC236}">
                <a16:creationId xmlns:a16="http://schemas.microsoft.com/office/drawing/2014/main" id="{3F45F7E4-B5E7-4B16-B34A-C22782FB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5" name="label-5">
            <a:extLst xmlns:a="http://schemas.openxmlformats.org/drawingml/2006/main">
              <a:ext uri="{FF2B5EF4-FFF2-40B4-BE49-F238E27FC236}">
                <a16:creationId xmlns:a16="http://schemas.microsoft.com/office/drawing/2014/main" id="{E4CE5004-7DFB-4137-A036-115F9F96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6" name="arrow-5">
            <a:extLst xmlns:a="http://schemas.openxmlformats.org/drawingml/2006/main">
              <a:ext uri="{FF2B5EF4-FFF2-40B4-BE49-F238E27FC236}">
                <a16:creationId xmlns:a16="http://schemas.microsoft.com/office/drawing/2014/main" id="{0D9A69EB-248C-4DDF-B641-646CDFFF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7" name="step-6">
            <a:extLst xmlns:a="http://schemas.openxmlformats.org/drawingml/2006/main">
              <a:ext uri="{FF2B5EF4-FFF2-40B4-BE49-F238E27FC236}">
                <a16:creationId xmlns:a16="http://schemas.microsoft.com/office/drawing/2014/main" id="{CF84C566-75A7-4C68-8CB8-D6027CCF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icon-6">
            <a:extLst xmlns:a="http://schemas.openxmlformats.org/drawingml/2006/main">
              <a:ext uri="{FF2B5EF4-FFF2-40B4-BE49-F238E27FC236}">
                <a16:creationId xmlns:a16="http://schemas.microsoft.com/office/drawing/2014/main" id="{5BC9FACE-1C33-4FB6-9611-9F6DE1BC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9" name="label-6">
            <a:extLst xmlns:a="http://schemas.openxmlformats.org/drawingml/2006/main">
              <a:ext uri="{FF2B5EF4-FFF2-40B4-BE49-F238E27FC236}">
                <a16:creationId xmlns:a16="http://schemas.microsoft.com/office/drawing/2014/main" id="{11FF35DB-C120-48AB-903F-63BD3D04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30" name="footer">
            <a:extLst xmlns:a="http://schemas.openxmlformats.org/drawingml/2006/main">
              <a:ext uri="{FF2B5EF4-FFF2-40B4-BE49-F238E27FC236}">
                <a16:creationId xmlns:a16="http://schemas.microsoft.com/office/drawing/2014/main" id="{31C3C478-C894-4D88-8B95-1D5C6403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82988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562332a0740f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84CB585-0FE2-4A43-BB96-8E3CC58F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4C48558B-B0E9-48D8-990F-5E08054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ec6861a2d4325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1C1A457C-6743-40B8-963D-2A0D8B31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289C1278-AEE7-4FBD-80BC-F02FA752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6886312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2910e703643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1032B466-5568-4AE5-9D3E-AA356054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d9dedd1b74e6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067F275-A910-4E1F-AA53-994BF3F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04BE98C5-02CD-4E32-A08A-319104B6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DB3D282-8EEE-4C78-A2A6-38E863A2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4D8B0A05-1D8B-4D14-8547-141F3A10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9252229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89f210ec48da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0EDB196F-29FA-4449-8F17-4DF88E6E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1e191991d451e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62E01A06-D5BD-43CA-82C5-A1D50E81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78aaf815346cd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1E1C7A76-91FF-4A30-B81D-170C2E5D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1d14cc6ca403a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11CED93B-1AE6-4920-97A7-F354646F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07475C5A-53D1-407C-81DB-6BB98C95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5699554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2026-08-29T10:36:43.2000000Z</dcterms:created>
  <dcterms:modified xsi:type="dcterms:W3CDTF">2026-08-29T10:36:43.2000000Z</dcterms:modified>
</coreProperties>
</file>