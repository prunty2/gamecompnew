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57c51a8a0f48ac" /><Relationship Type="http://schemas.openxmlformats.org/officeDocument/2006/relationships/extended-properties" Target="/docProps/app.xml" Id="Ree4d29800c584e35" /><Relationship Type="http://schemas.openxmlformats.org/officeDocument/2006/relationships/officeDocument" Target="/ppt/presentation.xml" Id="Rd7209087a3394a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9d58ce931e4c32"/>
  </p:sldMasterIdLst>
  <p:notesMasterIdLst>
    <p:notesMasterId xmlns:r="http://schemas.openxmlformats.org/officeDocument/2006/relationships" r:id="R90c2609dd802439e"/>
  </p:notesMasterIdLst>
  <p:sldIdLst>
    <p:sldId xmlns:r="http://schemas.openxmlformats.org/officeDocument/2006/relationships" id="256" r:id="R921f6cd4327b4350"/>
    <p:sldId xmlns:r="http://schemas.openxmlformats.org/officeDocument/2006/relationships" id="257" r:id="R9bb39c125ecb4100"/>
    <p:sldId xmlns:r="http://schemas.openxmlformats.org/officeDocument/2006/relationships" id="258" r:id="R683b9ac89b234bd7"/>
    <p:sldId xmlns:r="http://schemas.openxmlformats.org/officeDocument/2006/relationships" id="259" r:id="Rf2ee411f9f864a57"/>
    <p:sldId xmlns:r="http://schemas.openxmlformats.org/officeDocument/2006/relationships" id="260" r:id="R4b6b9fb80b9c4cca"/>
    <p:sldId xmlns:r="http://schemas.openxmlformats.org/officeDocument/2006/relationships" id="261" r:id="Rd1764298adb04fc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49028d924a418e" /><Relationship Type="http://schemas.openxmlformats.org/officeDocument/2006/relationships/slideMaster" Target="/ppt/slideMasters/slideMaster1.xml" Id="Rf69d58ce931e4c32" /><Relationship Type="http://schemas.openxmlformats.org/officeDocument/2006/relationships/notesMaster" Target="/ppt/notesMasters/notesMaster1.xml" Id="R90c2609dd802439e" /><Relationship Type="http://schemas.openxmlformats.org/officeDocument/2006/relationships/presProps" Target="/ppt/presProps.xml" Id="Ra1bdcca8dfe44565" /><Relationship Type="http://schemas.openxmlformats.org/officeDocument/2006/relationships/tableStyles" Target="/ppt/tableStyles.xml" Id="R95d6f1052b36440b" /><Relationship Type="http://schemas.openxmlformats.org/officeDocument/2006/relationships/slide" Target="/ppt/slides/slide1.xml" Id="R921f6cd4327b4350" /><Relationship Type="http://schemas.openxmlformats.org/officeDocument/2006/relationships/slide" Target="/ppt/slides/slide2.xml" Id="R9bb39c125ecb4100" /><Relationship Type="http://schemas.openxmlformats.org/officeDocument/2006/relationships/slide" Target="/ppt/slides/slide3.xml" Id="R683b9ac89b234bd7" /><Relationship Type="http://schemas.openxmlformats.org/officeDocument/2006/relationships/slide" Target="/ppt/slides/slide4.xml" Id="Rf2ee411f9f864a57" /><Relationship Type="http://schemas.openxmlformats.org/officeDocument/2006/relationships/slide" Target="/ppt/slides/slide5.xml" Id="R4b6b9fb80b9c4cca" /><Relationship Type="http://schemas.openxmlformats.org/officeDocument/2006/relationships/slide" Target="/ppt/slides/slide6.xml" Id="Rd1764298adb04fc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10ddf6b20a4f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19b3cce9a14e4d" /><Relationship Type="http://schemas.openxmlformats.org/officeDocument/2006/relationships/notesMaster" Target="/ppt/notesMasters/notesMaster1.xml" Id="Rc1a3135c38104a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c71241469e47d4" /><Relationship Type="http://schemas.openxmlformats.org/officeDocument/2006/relationships/notesMaster" Target="/ppt/notesMasters/notesMaster1.xml" Id="R713b43aed78c4b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61264a74c340d8" /><Relationship Type="http://schemas.openxmlformats.org/officeDocument/2006/relationships/notesMaster" Target="/ppt/notesMasters/notesMaster1.xml" Id="R615b102e33bd4e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ad8634cddb47be" /><Relationship Type="http://schemas.openxmlformats.org/officeDocument/2006/relationships/notesMaster" Target="/ppt/notesMasters/notesMaster1.xml" Id="R4f5591b8a6ca48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55ccb3d4e242e5" /><Relationship Type="http://schemas.openxmlformats.org/officeDocument/2006/relationships/notesMaster" Target="/ppt/notesMasters/notesMaster1.xml" Id="R7c1679cfe76848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1618b36a23493a" /><Relationship Type="http://schemas.openxmlformats.org/officeDocument/2006/relationships/notesMaster" Target="/ppt/notesMasters/notesMaster1.xml" Id="Rc22935df3fac46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44e904f42942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bd9e7cb130461c" /><Relationship Type="http://schemas.openxmlformats.org/officeDocument/2006/relationships/slideLayout" Target="/ppt/slideLayouts/slideLayout1.xml" Id="R53239bb2acd948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239bb2acd948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abef3e8e6448a" /><Relationship Type="http://schemas.openxmlformats.org/officeDocument/2006/relationships/image" Target="/ppt/media/image.png" Id="R3ad99adb461540f6" /><Relationship Type="http://schemas.openxmlformats.org/officeDocument/2006/relationships/image" Target="/ppt/media/image2.png" Id="R89e5ea34ea0d4577" /><Relationship Type="http://schemas.openxmlformats.org/officeDocument/2006/relationships/notesSlide" Target="/ppt/notesSlides/notesSlide1.xml" Id="Re396cbfa474244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f2e8c0bc94ca6" /><Relationship Type="http://schemas.openxmlformats.org/officeDocument/2006/relationships/image" Target="/ppt/media/image3.png" Id="R9eac6d2eb1d741d9" /><Relationship Type="http://schemas.openxmlformats.org/officeDocument/2006/relationships/image" Target="/ppt/media/image4.png" Id="R4a6a20c4322d47fe" /><Relationship Type="http://schemas.openxmlformats.org/officeDocument/2006/relationships/notesSlide" Target="/ppt/notesSlides/notesSlide2.xml" Id="R5d8fcc343d6245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fe9ce3b0f4f3e" /><Relationship Type="http://schemas.openxmlformats.org/officeDocument/2006/relationships/image" Target="/ppt/media/image5.png" Id="R61a791088a4441ea" /><Relationship Type="http://schemas.openxmlformats.org/officeDocument/2006/relationships/notesSlide" Target="/ppt/notesSlides/notesSlide3.xml" Id="R224507206fea47f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143a0e5cab4b0a" /><Relationship Type="http://schemas.openxmlformats.org/officeDocument/2006/relationships/image" Target="/ppt/media/image6.png" Id="R373729a6c8704ae8" /><Relationship Type="http://schemas.openxmlformats.org/officeDocument/2006/relationships/image" Target="/ppt/media/image7.png" Id="R3c2e759c94ed4a4d" /><Relationship Type="http://schemas.openxmlformats.org/officeDocument/2006/relationships/notesSlide" Target="/ppt/notesSlides/notesSlide4.xml" Id="Rc75be9dff78e46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d5f8d841f4c54" /><Relationship Type="http://schemas.openxmlformats.org/officeDocument/2006/relationships/image" Target="/ppt/media/image8.png" Id="Rf9edf76bb590410f" /><Relationship Type="http://schemas.openxmlformats.org/officeDocument/2006/relationships/notesSlide" Target="/ppt/notesSlides/notesSlide5.xml" Id="R373ea317185148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e8fcdb7e1439c" /><Relationship Type="http://schemas.openxmlformats.org/officeDocument/2006/relationships/image" Target="/ppt/media/image9.png" Id="Rc7fc8f15aa7a434d" /><Relationship Type="http://schemas.openxmlformats.org/officeDocument/2006/relationships/image" Target="/ppt/media/image10.png" Id="R930475c6f29a4868" /><Relationship Type="http://schemas.openxmlformats.org/officeDocument/2006/relationships/image" Target="/ppt/media/image11.png" Id="R2e4e65ad6bac43c3" /><Relationship Type="http://schemas.openxmlformats.org/officeDocument/2006/relationships/image" Target="/ppt/media/image12.png" Id="R8212f9de331b478b" /><Relationship Type="http://schemas.openxmlformats.org/officeDocument/2006/relationships/notesSlide" Target="/ppt/notesSlides/notesSlide6.xml" Id="Rff84580fd2664a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d99adb461540f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5ea34ea0d4577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ac6d2eb1d741d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6a20c4322d47fe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791088a4441ea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729a6c8704ae8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Your small beginner boat. Lots of upgrades to make.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2e759c94ed4a4d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CAPACITY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SPEED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LINE DEPTH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REEL POWER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ENGINE BOOST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edf76bb590410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c8f15aa7a434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475c6f29a4868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e65ad6bac43c3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2f9de331b478b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2026-08-29T21:57:41.0450000Z</dcterms:created>
  <dcterms:modified xsi:type="dcterms:W3CDTF">2026-08-29T21:57:41.0450000Z</dcterms:modified>
</coreProperties>
</file>