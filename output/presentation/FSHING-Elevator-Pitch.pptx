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a392a3dd9e459f" /><Relationship Type="http://schemas.openxmlformats.org/officeDocument/2006/relationships/extended-properties" Target="/docProps/app.xml" Id="Ra044cf5fd9e249e1" /><Relationship Type="http://schemas.openxmlformats.org/officeDocument/2006/relationships/officeDocument" Target="/ppt/presentation.xml" Id="R185892cb8a7d41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ba1c42a2c045fc"/>
  </p:sldMasterIdLst>
  <p:notesMasterIdLst>
    <p:notesMasterId xmlns:r="http://schemas.openxmlformats.org/officeDocument/2006/relationships" r:id="Re7365f0dcb9b42df"/>
  </p:notesMasterIdLst>
  <p:sldIdLst>
    <p:sldId xmlns:r="http://schemas.openxmlformats.org/officeDocument/2006/relationships" id="256" r:id="Rf13b9ecb122d4d12"/>
    <p:sldId xmlns:r="http://schemas.openxmlformats.org/officeDocument/2006/relationships" id="257" r:id="Ra1e596212e654590"/>
    <p:sldId xmlns:r="http://schemas.openxmlformats.org/officeDocument/2006/relationships" id="258" r:id="Rdb00ef82ef374192"/>
    <p:sldId xmlns:r="http://schemas.openxmlformats.org/officeDocument/2006/relationships" id="259" r:id="Rd459e4e8d37d46a0"/>
    <p:sldId xmlns:r="http://schemas.openxmlformats.org/officeDocument/2006/relationships" id="260" r:id="R0e1c14be5a584825"/>
    <p:sldId xmlns:r="http://schemas.openxmlformats.org/officeDocument/2006/relationships" id="261" r:id="R6faa1bf911d64f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2d1e5da86d4bb2" /><Relationship Type="http://schemas.openxmlformats.org/officeDocument/2006/relationships/slideMaster" Target="/ppt/slideMasters/slideMaster1.xml" Id="Ra1ba1c42a2c045fc" /><Relationship Type="http://schemas.openxmlformats.org/officeDocument/2006/relationships/notesMaster" Target="/ppt/notesMasters/notesMaster1.xml" Id="Re7365f0dcb9b42df" /><Relationship Type="http://schemas.openxmlformats.org/officeDocument/2006/relationships/presProps" Target="/ppt/presProps.xml" Id="R67e7f373e2a7475a" /><Relationship Type="http://schemas.openxmlformats.org/officeDocument/2006/relationships/tableStyles" Target="/ppt/tableStyles.xml" Id="R1d3b473ef7ba43bd" /><Relationship Type="http://schemas.openxmlformats.org/officeDocument/2006/relationships/slide" Target="/ppt/slides/slide1.xml" Id="Rf13b9ecb122d4d12" /><Relationship Type="http://schemas.openxmlformats.org/officeDocument/2006/relationships/slide" Target="/ppt/slides/slide2.xml" Id="Ra1e596212e654590" /><Relationship Type="http://schemas.openxmlformats.org/officeDocument/2006/relationships/slide" Target="/ppt/slides/slide3.xml" Id="Rdb00ef82ef374192" /><Relationship Type="http://schemas.openxmlformats.org/officeDocument/2006/relationships/slide" Target="/ppt/slides/slide4.xml" Id="Rd459e4e8d37d46a0" /><Relationship Type="http://schemas.openxmlformats.org/officeDocument/2006/relationships/slide" Target="/ppt/slides/slide5.xml" Id="R0e1c14be5a584825" /><Relationship Type="http://schemas.openxmlformats.org/officeDocument/2006/relationships/slide" Target="/ppt/slides/slide6.xml" Id="R6faa1bf911d64f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4b62b0656e46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8c8f6d9f8445c7" /><Relationship Type="http://schemas.openxmlformats.org/officeDocument/2006/relationships/notesMaster" Target="/ppt/notesMasters/notesMaster1.xml" Id="R699b39e0afdb4d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b4f4a54f644354" /><Relationship Type="http://schemas.openxmlformats.org/officeDocument/2006/relationships/notesMaster" Target="/ppt/notesMasters/notesMaster1.xml" Id="Rdfa443bc74e443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65df8489214ead" /><Relationship Type="http://schemas.openxmlformats.org/officeDocument/2006/relationships/notesMaster" Target="/ppt/notesMasters/notesMaster1.xml" Id="Ra112d7fcf2f247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387f3178ba428a" /><Relationship Type="http://schemas.openxmlformats.org/officeDocument/2006/relationships/notesMaster" Target="/ppt/notesMasters/notesMaster1.xml" Id="Reaccc65da43e41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f3549db57648cb" /><Relationship Type="http://schemas.openxmlformats.org/officeDocument/2006/relationships/notesMaster" Target="/ppt/notesMasters/notesMaster1.xml" Id="R65478defb10e42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f224c1dfbc41c5" /><Relationship Type="http://schemas.openxmlformats.org/officeDocument/2006/relationships/notesMaster" Target="/ppt/notesMasters/notesMaster1.xml" Id="Rbd9054724dde42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Docs/incursion/screenshots/01-title-v0.9.0.png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2fcfe158aa44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8affe0f86e419a" /><Relationship Type="http://schemas.openxmlformats.org/officeDocument/2006/relationships/slideLayout" Target="/ppt/slideLayouts/slideLayout1.xml" Id="R8b946489547745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946489547745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cb3c7a342471b" /><Relationship Type="http://schemas.openxmlformats.org/officeDocument/2006/relationships/image" Target="/ppt/media/image.png" Id="Rf60b6a4741c34b6f" /><Relationship Type="http://schemas.openxmlformats.org/officeDocument/2006/relationships/image" Target="/ppt/media/image2.png" Id="Re3680131fdd149f8" /><Relationship Type="http://schemas.openxmlformats.org/officeDocument/2006/relationships/notesSlide" Target="/ppt/notesSlides/notesSlide1.xml" Id="R871462ceafe747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198ce706d40e6" /><Relationship Type="http://schemas.openxmlformats.org/officeDocument/2006/relationships/image" Target="/ppt/media/image3.png" Id="R983ccbd4350543dd" /><Relationship Type="http://schemas.openxmlformats.org/officeDocument/2006/relationships/image" Target="/ppt/media/image4.png" Id="R382131db2ae24fb9" /><Relationship Type="http://schemas.openxmlformats.org/officeDocument/2006/relationships/notesSlide" Target="/ppt/notesSlides/notesSlide2.xml" Id="R9ac0ceb4d7e846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a24ea03714bd3" /><Relationship Type="http://schemas.openxmlformats.org/officeDocument/2006/relationships/image" Target="/ppt/media/image5.png" Id="R88486fee128e4c38" /><Relationship Type="http://schemas.openxmlformats.org/officeDocument/2006/relationships/notesSlide" Target="/ppt/notesSlides/notesSlide3.xml" Id="R7ca6456c1d5f4f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f42feccb24adb" /><Relationship Type="http://schemas.openxmlformats.org/officeDocument/2006/relationships/image" Target="/ppt/media/image6.png" Id="R06ed285f9065458b" /><Relationship Type="http://schemas.openxmlformats.org/officeDocument/2006/relationships/image" Target="/ppt/media/image7.png" Id="R695a41ff58d34b0b" /><Relationship Type="http://schemas.openxmlformats.org/officeDocument/2006/relationships/notesSlide" Target="/ppt/notesSlides/notesSlide4.xml" Id="Rb5ac0259e5cd44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413b8da32462c" /><Relationship Type="http://schemas.openxmlformats.org/officeDocument/2006/relationships/image" Target="/ppt/media/image8.png" Id="Re7c9cbbe5ed3441c" /><Relationship Type="http://schemas.openxmlformats.org/officeDocument/2006/relationships/image" Target="/ppt/media/image9.png" Id="R91cb959228864542" /><Relationship Type="http://schemas.openxmlformats.org/officeDocument/2006/relationships/notesSlide" Target="/ppt/notesSlides/notesSlide5.xml" Id="R02318b71fb9b49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0a4b3a2da476d" /><Relationship Type="http://schemas.openxmlformats.org/officeDocument/2006/relationships/image" Target="/ppt/media/image10.png" Id="R7724b788548b4fdf" /><Relationship Type="http://schemas.openxmlformats.org/officeDocument/2006/relationships/image" Target="/ppt/media/image11.png" Id="Rc732a2cae1de4598" /><Relationship Type="http://schemas.openxmlformats.org/officeDocument/2006/relationships/image" Target="/ppt/media/image12.png" Id="Rdde946d748aa4bbc" /><Relationship Type="http://schemas.openxmlformats.org/officeDocument/2006/relationships/image" Target="/ppt/media/image13.png" Id="R17df1568d1d54faf" /><Relationship Type="http://schemas.openxmlformats.org/officeDocument/2006/relationships/notesSlide" Target="/ppt/notesSlides/notesSlide6.xml" Id="Re32cd914d44147c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b6a4741c34b6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7FBCC8ED-97ED-4A5D-9D05-D39C383B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680131fdd149f8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0839B5B-15E7-4D0A-86F5-F7551698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952875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READ THE MARKET. CATCH THE FISH. CHOOSE WHERE TO SELL.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1CBDB334-7634-490C-B65E-6F50FF57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16083413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ccbd4350543dd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3FAEF2B-9F71-409E-8435-9B0FE98F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15BE32E7-1F13-44DB-8B58-B0F1CF94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104BCFE-CE97-44FA-BC18-96F4B202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Inspect a real species, read its seven-day graph, then track it across the lake.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2131db2ae24fb9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C570C968-FA6B-45C0-8784-91E1B77F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ne-line">
            <a:extLst xmlns:a="http://schemas.openxmlformats.org/drawingml/2006/main">
              <a:ext uri="{FF2B5EF4-FFF2-40B4-BE49-F238E27FC236}">
                <a16:creationId xmlns:a16="http://schemas.microsoft.com/office/drawing/2014/main" id="{7086FA45-DEB2-4813-9E8E-D0011510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2D35"/>
                </a:solidFill>
              </a:defRPr>
            </a:pPr>
            <a:r>
              <a:rPr sz="1800" b="1">
                <a:solidFill>
                  <a:srgbClr val="062D35"/>
                </a:solidFill>
              </a:rPr>
              <a:t>The route changes when the market changes.</a:t>
            </a:r>
          </a:p>
        </p:txBody>
      </p:sp>
    </p:spTree>
    <p:extLst>
      <p:ext uri="{BB962C8B-B14F-4D97-AF65-F5344CB8AC3E}">
        <p14:creationId xmlns:p14="http://schemas.microsoft.com/office/powerpoint/2010/main" val="8682021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486fee128e4c38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D4630D8D-AB1B-4AA4-A014-F50058A3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One loop. Seven decisions.</a:t>
            </a:r>
          </a:p>
        </p:txBody>
      </p:sp>
      <p:sp>
        <p:nvSpPr>
          <p:cNvPr id="3" name="step-0">
            <a:extLst xmlns:a="http://schemas.openxmlformats.org/drawingml/2006/main">
              <a:ext uri="{FF2B5EF4-FFF2-40B4-BE49-F238E27FC236}">
                <a16:creationId xmlns:a16="http://schemas.microsoft.com/office/drawing/2014/main" id="{95CA513F-6731-436E-958F-BDC0822D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icon-0">
            <a:extLst xmlns:a="http://schemas.openxmlformats.org/drawingml/2006/main">
              <a:ext uri="{FF2B5EF4-FFF2-40B4-BE49-F238E27FC236}">
                <a16:creationId xmlns:a16="http://schemas.microsoft.com/office/drawing/2014/main" id="{D6F5F3FB-09AF-4D38-A363-66E8773F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◒</a:t>
            </a:r>
          </a:p>
        </p:txBody>
      </p:sp>
      <p:sp>
        <p:nvSpPr>
          <p:cNvPr id="5" name="label-0">
            <a:extLst xmlns:a="http://schemas.openxmlformats.org/drawingml/2006/main">
              <a:ext uri="{FF2B5EF4-FFF2-40B4-BE49-F238E27FC236}">
                <a16:creationId xmlns:a16="http://schemas.microsoft.com/office/drawing/2014/main" id="{AF78ED19-C0FC-493E-BCD2-708E45A9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MARKET</a:t>
            </a:r>
          </a:p>
        </p:txBody>
      </p:sp>
      <p:sp>
        <p:nvSpPr>
          <p:cNvPr id="6" name="arrow-0">
            <a:extLst xmlns:a="http://schemas.openxmlformats.org/drawingml/2006/main">
              <a:ext uri="{FF2B5EF4-FFF2-40B4-BE49-F238E27FC236}">
                <a16:creationId xmlns:a16="http://schemas.microsoft.com/office/drawing/2014/main" id="{80AAF70F-166C-4DEA-AD80-7702149A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B135276A-D322-499D-AA2F-6C93C943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icon-1">
            <a:extLst xmlns:a="http://schemas.openxmlformats.org/drawingml/2006/main">
              <a:ext uri="{FF2B5EF4-FFF2-40B4-BE49-F238E27FC236}">
                <a16:creationId xmlns:a16="http://schemas.microsoft.com/office/drawing/2014/main" id="{D9F47A22-E14E-4B58-8628-68B92AFC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◆</a:t>
            </a:r>
          </a:p>
        </p:txBody>
      </p:sp>
      <p:sp>
        <p:nvSpPr>
          <p:cNvPr id="9" name="label-1">
            <a:extLst xmlns:a="http://schemas.openxmlformats.org/drawingml/2006/main">
              <a:ext uri="{FF2B5EF4-FFF2-40B4-BE49-F238E27FC236}">
                <a16:creationId xmlns:a16="http://schemas.microsoft.com/office/drawing/2014/main" id="{E97A2D3D-1B71-42E3-AEAF-4F1DAA11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TRACK</a:t>
            </a:r>
          </a:p>
        </p:txBody>
      </p:sp>
      <p:sp>
        <p:nvSpPr>
          <p:cNvPr id="10" name="arrow-1">
            <a:extLst xmlns:a="http://schemas.openxmlformats.org/drawingml/2006/main">
              <a:ext uri="{FF2B5EF4-FFF2-40B4-BE49-F238E27FC236}">
                <a16:creationId xmlns:a16="http://schemas.microsoft.com/office/drawing/2014/main" id="{0A26A3B5-5BBE-41BB-BB76-DC7098EB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90115FB6-AEFF-40C4-8119-2DA6D036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con-2">
            <a:extLst xmlns:a="http://schemas.openxmlformats.org/drawingml/2006/main">
              <a:ext uri="{FF2B5EF4-FFF2-40B4-BE49-F238E27FC236}">
                <a16:creationId xmlns:a16="http://schemas.microsoft.com/office/drawing/2014/main" id="{1F19C7FB-6378-4FA6-849F-8F23DD27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3" name="label-2">
            <a:extLst xmlns:a="http://schemas.openxmlformats.org/drawingml/2006/main">
              <a:ext uri="{FF2B5EF4-FFF2-40B4-BE49-F238E27FC236}">
                <a16:creationId xmlns:a16="http://schemas.microsoft.com/office/drawing/2014/main" id="{C66211AA-031C-4DF3-B781-0BB2E63A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4" name="arrow-2">
            <a:extLst xmlns:a="http://schemas.openxmlformats.org/drawingml/2006/main">
              <a:ext uri="{FF2B5EF4-FFF2-40B4-BE49-F238E27FC236}">
                <a16:creationId xmlns:a16="http://schemas.microsoft.com/office/drawing/2014/main" id="{1E5E1061-FB70-45E6-B09C-15078641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5" name="step-3">
            <a:extLst xmlns:a="http://schemas.openxmlformats.org/drawingml/2006/main">
              <a:ext uri="{FF2B5EF4-FFF2-40B4-BE49-F238E27FC236}">
                <a16:creationId xmlns:a16="http://schemas.microsoft.com/office/drawing/2014/main" id="{5DB7F9C2-D0D2-457E-B38E-65A1715B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icon-3">
            <a:extLst xmlns:a="http://schemas.openxmlformats.org/drawingml/2006/main">
              <a:ext uri="{FF2B5EF4-FFF2-40B4-BE49-F238E27FC236}">
                <a16:creationId xmlns:a16="http://schemas.microsoft.com/office/drawing/2014/main" id="{5BDC077A-3284-4557-B562-79146E49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7" name="label-3">
            <a:extLst xmlns:a="http://schemas.openxmlformats.org/drawingml/2006/main">
              <a:ext uri="{FF2B5EF4-FFF2-40B4-BE49-F238E27FC236}">
                <a16:creationId xmlns:a16="http://schemas.microsoft.com/office/drawing/2014/main" id="{1062E591-65DC-4776-BFB2-BFD57382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8" name="arrow-3">
            <a:extLst xmlns:a="http://schemas.openxmlformats.org/drawingml/2006/main">
              <a:ext uri="{FF2B5EF4-FFF2-40B4-BE49-F238E27FC236}">
                <a16:creationId xmlns:a16="http://schemas.microsoft.com/office/drawing/2014/main" id="{41705B6A-9349-403F-86FE-65BD1777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9" name="step-4">
            <a:extLst xmlns:a="http://schemas.openxmlformats.org/drawingml/2006/main">
              <a:ext uri="{FF2B5EF4-FFF2-40B4-BE49-F238E27FC236}">
                <a16:creationId xmlns:a16="http://schemas.microsoft.com/office/drawing/2014/main" id="{74CBB864-925E-4EDC-AD3C-E7D7F179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icon-4">
            <a:extLst xmlns:a="http://schemas.openxmlformats.org/drawingml/2006/main">
              <a:ext uri="{FF2B5EF4-FFF2-40B4-BE49-F238E27FC236}">
                <a16:creationId xmlns:a16="http://schemas.microsoft.com/office/drawing/2014/main" id="{95292286-16FB-4BAC-AD65-F0D1C690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21" name="label-4">
            <a:extLst xmlns:a="http://schemas.openxmlformats.org/drawingml/2006/main">
              <a:ext uri="{FF2B5EF4-FFF2-40B4-BE49-F238E27FC236}">
                <a16:creationId xmlns:a16="http://schemas.microsoft.com/office/drawing/2014/main" id="{D2248B58-9E79-455A-AE4E-D88D31D0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2" name="arrow-4">
            <a:extLst xmlns:a="http://schemas.openxmlformats.org/drawingml/2006/main">
              <a:ext uri="{FF2B5EF4-FFF2-40B4-BE49-F238E27FC236}">
                <a16:creationId xmlns:a16="http://schemas.microsoft.com/office/drawing/2014/main" id="{83A82329-719E-414B-853E-5DA3891D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3" name="step-5">
            <a:extLst xmlns:a="http://schemas.openxmlformats.org/drawingml/2006/main">
              <a:ext uri="{FF2B5EF4-FFF2-40B4-BE49-F238E27FC236}">
                <a16:creationId xmlns:a16="http://schemas.microsoft.com/office/drawing/2014/main" id="{D44BAA21-82AC-4A0E-B966-8F1BDF40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icon-5">
            <a:extLst xmlns:a="http://schemas.openxmlformats.org/drawingml/2006/main">
              <a:ext uri="{FF2B5EF4-FFF2-40B4-BE49-F238E27FC236}">
                <a16:creationId xmlns:a16="http://schemas.microsoft.com/office/drawing/2014/main" id="{C107CC06-16D6-4B6F-9096-93EEF3E6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5" name="label-5">
            <a:extLst xmlns:a="http://schemas.openxmlformats.org/drawingml/2006/main">
              <a:ext uri="{FF2B5EF4-FFF2-40B4-BE49-F238E27FC236}">
                <a16:creationId xmlns:a16="http://schemas.microsoft.com/office/drawing/2014/main" id="{CDA0936B-9A54-47DF-91D0-822AC14E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6" name="arrow-5">
            <a:extLst xmlns:a="http://schemas.openxmlformats.org/drawingml/2006/main">
              <a:ext uri="{FF2B5EF4-FFF2-40B4-BE49-F238E27FC236}">
                <a16:creationId xmlns:a16="http://schemas.microsoft.com/office/drawing/2014/main" id="{BF02E0B7-FD3F-4CB3-A0AE-8237C35A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7" name="step-6">
            <a:extLst xmlns:a="http://schemas.openxmlformats.org/drawingml/2006/main">
              <a:ext uri="{FF2B5EF4-FFF2-40B4-BE49-F238E27FC236}">
                <a16:creationId xmlns:a16="http://schemas.microsoft.com/office/drawing/2014/main" id="{5D6E5600-E943-4183-BC67-E18086A0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icon-6">
            <a:extLst xmlns:a="http://schemas.openxmlformats.org/drawingml/2006/main">
              <a:ext uri="{FF2B5EF4-FFF2-40B4-BE49-F238E27FC236}">
                <a16:creationId xmlns:a16="http://schemas.microsoft.com/office/drawing/2014/main" id="{5B40BD70-C2A9-43B6-A1F6-7E6DA7A9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9" name="label-6">
            <a:extLst xmlns:a="http://schemas.openxmlformats.org/drawingml/2006/main">
              <a:ext uri="{FF2B5EF4-FFF2-40B4-BE49-F238E27FC236}">
                <a16:creationId xmlns:a16="http://schemas.microsoft.com/office/drawing/2014/main" id="{B62BCB7E-9B3D-4217-9ECE-79F3B1F5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30" name="footer">
            <a:extLst xmlns:a="http://schemas.openxmlformats.org/drawingml/2006/main">
              <a:ext uri="{FF2B5EF4-FFF2-40B4-BE49-F238E27FC236}">
                <a16:creationId xmlns:a16="http://schemas.microsoft.com/office/drawing/2014/main" id="{A3FB7FBA-B62C-4C15-8BEB-C87BB71E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3342820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285f9065458b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FFF7E349-1CF7-4720-B030-DB9979DC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E5AC9E7D-FBA8-4DB2-92AA-6786AE77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5a41ff58d34b0b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72B19B05-C009-48A8-879A-7A359220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54F7DE27-AF3D-46BE-A0F7-0497047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82219497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9cbbe5ed3441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5C8781C3-8308-468C-8B12-21FF181A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b959228864542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2B87456-349A-403A-84C5-88E89A0C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B05BD832-7426-466D-BE05-9DAFA044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3EDA3D99-4786-48FB-81FB-E285800F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5905E42F-3445-411A-9D6E-7E5CF88C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REAL GAMEPLAY  ·  CURRENT BUILD</a:t>
            </a:r>
          </a:p>
        </p:txBody>
      </p:sp>
    </p:spTree>
    <p:extLst>
      <p:ext uri="{BB962C8B-B14F-4D97-AF65-F5344CB8AC3E}">
        <p14:creationId xmlns:p14="http://schemas.microsoft.com/office/powerpoint/2010/main" val="9507702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24b788548b4fdf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5947C804-69A8-4686-9AF8-A694D46E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32a2cae1de4598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B0F63E00-9978-4F6C-8E72-BD927289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e946d748aa4bbc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9D9E3EE9-254F-4BA1-80CF-F068B7F9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f1568d1d54faf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1290F6BF-5697-4B84-AE8E-57F94994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333D9A53-4E51-42B8-8DD8-4E2CBAD4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28204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2026-08-29T10:34:02.7680000Z</dcterms:created>
  <dcterms:modified xsi:type="dcterms:W3CDTF">2026-08-29T10:34:02.7680000Z</dcterms:modified>
</coreProperties>
</file>