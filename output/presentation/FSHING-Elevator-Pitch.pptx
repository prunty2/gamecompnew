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f0da4d2b4a4ab4" /><Relationship Type="http://schemas.openxmlformats.org/officeDocument/2006/relationships/extended-properties" Target="/docProps/app.xml" Id="Rb09de373d821452d" /><Relationship Type="http://schemas.openxmlformats.org/officeDocument/2006/relationships/officeDocument" Target="/ppt/presentation.xml" Id="R2a3531649fab45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14d1498ce74471"/>
  </p:sldMasterIdLst>
  <p:notesMasterIdLst>
    <p:notesMasterId xmlns:r="http://schemas.openxmlformats.org/officeDocument/2006/relationships" r:id="Rc1c05b83c5a1497c"/>
  </p:notesMasterIdLst>
  <p:sldIdLst>
    <p:sldId xmlns:r="http://schemas.openxmlformats.org/officeDocument/2006/relationships" id="256" r:id="Rbdc195040b944118"/>
    <p:sldId xmlns:r="http://schemas.openxmlformats.org/officeDocument/2006/relationships" id="257" r:id="Rd1ec222e48e1418f"/>
    <p:sldId xmlns:r="http://schemas.openxmlformats.org/officeDocument/2006/relationships" id="258" r:id="Re27bf3e6f7e7424e"/>
    <p:sldId xmlns:r="http://schemas.openxmlformats.org/officeDocument/2006/relationships" id="259" r:id="R5104cde5cbe041ab"/>
    <p:sldId xmlns:r="http://schemas.openxmlformats.org/officeDocument/2006/relationships" id="260" r:id="R7297bd8591ca402f"/>
    <p:sldId xmlns:r="http://schemas.openxmlformats.org/officeDocument/2006/relationships" id="261" r:id="Ra4a20a5623a748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880f25e71e46ab" /><Relationship Type="http://schemas.openxmlformats.org/officeDocument/2006/relationships/slideMaster" Target="/ppt/slideMasters/slideMaster1.xml" Id="Rc914d1498ce74471" /><Relationship Type="http://schemas.openxmlformats.org/officeDocument/2006/relationships/notesMaster" Target="/ppt/notesMasters/notesMaster1.xml" Id="Rc1c05b83c5a1497c" /><Relationship Type="http://schemas.openxmlformats.org/officeDocument/2006/relationships/presProps" Target="/ppt/presProps.xml" Id="R75acefebb50a4017" /><Relationship Type="http://schemas.openxmlformats.org/officeDocument/2006/relationships/tableStyles" Target="/ppt/tableStyles.xml" Id="R92c482a6abb74e48" /><Relationship Type="http://schemas.openxmlformats.org/officeDocument/2006/relationships/slide" Target="/ppt/slides/slide1.xml" Id="Rbdc195040b944118" /><Relationship Type="http://schemas.openxmlformats.org/officeDocument/2006/relationships/slide" Target="/ppt/slides/slide2.xml" Id="Rd1ec222e48e1418f" /><Relationship Type="http://schemas.openxmlformats.org/officeDocument/2006/relationships/slide" Target="/ppt/slides/slide3.xml" Id="Re27bf3e6f7e7424e" /><Relationship Type="http://schemas.openxmlformats.org/officeDocument/2006/relationships/slide" Target="/ppt/slides/slide4.xml" Id="R5104cde5cbe041ab" /><Relationship Type="http://schemas.openxmlformats.org/officeDocument/2006/relationships/slide" Target="/ppt/slides/slide5.xml" Id="R7297bd8591ca402f" /><Relationship Type="http://schemas.openxmlformats.org/officeDocument/2006/relationships/slide" Target="/ppt/slides/slide6.xml" Id="Ra4a20a5623a748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7a33c45c0643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7aeaf0bd904ea4" /><Relationship Type="http://schemas.openxmlformats.org/officeDocument/2006/relationships/notesMaster" Target="/ppt/notesMasters/notesMaster1.xml" Id="R16db9f628c684e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a035e724214a7c" /><Relationship Type="http://schemas.openxmlformats.org/officeDocument/2006/relationships/notesMaster" Target="/ppt/notesMasters/notesMaster1.xml" Id="R66a7cc703d1047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3c6ef5e5a24d9e" /><Relationship Type="http://schemas.openxmlformats.org/officeDocument/2006/relationships/notesMaster" Target="/ppt/notesMasters/notesMaster1.xml" Id="R103ca490f99541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5975dfc84b411f" /><Relationship Type="http://schemas.openxmlformats.org/officeDocument/2006/relationships/notesMaster" Target="/ppt/notesMasters/notesMaster1.xml" Id="Re3ea839d0a974a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6cab27fa654989" /><Relationship Type="http://schemas.openxmlformats.org/officeDocument/2006/relationships/notesMaster" Target="/ppt/notesMasters/notesMaster1.xml" Id="Ra20816e3315d4b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f14e13da57470a" /><Relationship Type="http://schemas.openxmlformats.org/officeDocument/2006/relationships/notesMaster" Target="/ppt/notesMasters/notesMaster1.xml" Id="Rec1ed7b6384440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Docs/incursion/screenshots/01-title-v0.9.0.png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 reference: src/assets/player-boat.png</a:t>
            </a:r>
          </a:p>
          <a:p xmlns:a="http://schemas.openxmlformats.org/drawingml/2006/main">
            <a:r>
              <a:t>- Generated supporting illustration: Docs/incursion/assets/working-boat-hero.png</a:t>
            </a:r>
          </a:p>
          <a:p xmlns:a="http://schemas.openxmlformats.org/drawingml/2006/main">
            <a:r>
              <a:t>- Project lake art direction: src/assets/lake-chart.png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ff16c6795e48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a99cf2972f4644" /><Relationship Type="http://schemas.openxmlformats.org/officeDocument/2006/relationships/slideLayout" Target="/ppt/slideLayouts/slideLayout1.xml" Id="R7409a5a1b18c46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09a5a1b18c46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1dd97c9504a29" /><Relationship Type="http://schemas.openxmlformats.org/officeDocument/2006/relationships/image" Target="/ppt/media/image.png" Id="R96f2b80945fe4bd6" /><Relationship Type="http://schemas.openxmlformats.org/officeDocument/2006/relationships/image" Target="/ppt/media/image2.png" Id="R2c4ae778cf8444e7" /><Relationship Type="http://schemas.openxmlformats.org/officeDocument/2006/relationships/notesSlide" Target="/ppt/notesSlides/notesSlide1.xml" Id="Rd9daf621de264d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28023511846a5" /><Relationship Type="http://schemas.openxmlformats.org/officeDocument/2006/relationships/image" Target="/ppt/media/image3.png" Id="Rc12d8035bbaa4192" /><Relationship Type="http://schemas.openxmlformats.org/officeDocument/2006/relationships/image" Target="/ppt/media/image4.png" Id="Rc2453998f9f54b78" /><Relationship Type="http://schemas.openxmlformats.org/officeDocument/2006/relationships/notesSlide" Target="/ppt/notesSlides/notesSlide2.xml" Id="R8658378c3e5241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f28942a9d4f13" /><Relationship Type="http://schemas.openxmlformats.org/officeDocument/2006/relationships/image" Target="/ppt/media/image5.png" Id="R7eaf868938764809" /><Relationship Type="http://schemas.openxmlformats.org/officeDocument/2006/relationships/notesSlide" Target="/ppt/notesSlides/notesSlide3.xml" Id="R65b724f9639e4d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5c248f8574bcf" /><Relationship Type="http://schemas.openxmlformats.org/officeDocument/2006/relationships/image" Target="/ppt/media/image6.png" Id="R2a170181b91e43a8" /><Relationship Type="http://schemas.openxmlformats.org/officeDocument/2006/relationships/image" Target="/ppt/media/image7.png" Id="R9c0ded1ce97b4c3a" /><Relationship Type="http://schemas.openxmlformats.org/officeDocument/2006/relationships/notesSlide" Target="/ppt/notesSlides/notesSlide4.xml" Id="Rc8b18c4ebf0947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80495f3784e72" /><Relationship Type="http://schemas.openxmlformats.org/officeDocument/2006/relationships/image" Target="/ppt/media/image8.png" Id="R51ae34f2516b4bee" /><Relationship Type="http://schemas.openxmlformats.org/officeDocument/2006/relationships/notesSlide" Target="/ppt/notesSlides/notesSlide5.xml" Id="R8cc5a679164140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84fdfb9644e83" /><Relationship Type="http://schemas.openxmlformats.org/officeDocument/2006/relationships/image" Target="/ppt/media/image9.png" Id="Rf274a6d6af5d4b8d" /><Relationship Type="http://schemas.openxmlformats.org/officeDocument/2006/relationships/image" Target="/ppt/media/image10.png" Id="Rd0c0e051cf0f4ac0" /><Relationship Type="http://schemas.openxmlformats.org/officeDocument/2006/relationships/image" Target="/ppt/media/image11.png" Id="R0a86ac5f9c634aba" /><Relationship Type="http://schemas.openxmlformats.org/officeDocument/2006/relationships/image" Target="/ppt/media/image12.png" Id="R0c1a2371a2064e60" /><Relationship Type="http://schemas.openxmlformats.org/officeDocument/2006/relationships/notesSlide" Target="/ppt/notesSlides/notesSlide6.xml" Id="R8458df96e0784ba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2b80945fe4bd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675EB99F-7CE3-431E-A882-E22335F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ae778cf8444e7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C5F5A23D-9EFF-4D5E-B80F-263B08AE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52875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READ THE MARKET. CATCH THE FISH. CHOOSE WHERE TO SELL.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9DEF6C9C-E775-4BAC-A2BD-C65867A1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1468054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2d8035bbaa4192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F50FB8F-AAEE-4DAD-AE69-44970971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A5A8F2A-CABB-426E-932D-0BE23CD3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87FC4494-EF7A-43ED-8567-0FE3393D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53998f9f54b78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18E19E10-F166-429A-8356-F30A43D5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3E05B6EE-B54A-4C98-9C9C-50B05E71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233751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f86893876480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8B3EDEBE-791B-4FD1-B818-01E19773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One loop. Seven decisions.</a:t>
            </a:r>
          </a:p>
        </p:txBody>
      </p:sp>
      <p:sp>
        <p:nvSpPr>
          <p:cNvPr id="3" name="step-0">
            <a:extLst xmlns:a="http://schemas.openxmlformats.org/drawingml/2006/main">
              <a:ext uri="{FF2B5EF4-FFF2-40B4-BE49-F238E27FC236}">
                <a16:creationId xmlns:a16="http://schemas.microsoft.com/office/drawing/2014/main" id="{8F5B3D25-67DD-4F85-98C3-9952E1A8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icon-0">
            <a:extLst xmlns:a="http://schemas.openxmlformats.org/drawingml/2006/main">
              <a:ext uri="{FF2B5EF4-FFF2-40B4-BE49-F238E27FC236}">
                <a16:creationId xmlns:a16="http://schemas.microsoft.com/office/drawing/2014/main" id="{2587785D-789C-4C45-8EC3-20E06B96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5" name="label-0">
            <a:extLst xmlns:a="http://schemas.openxmlformats.org/drawingml/2006/main">
              <a:ext uri="{FF2B5EF4-FFF2-40B4-BE49-F238E27FC236}">
                <a16:creationId xmlns:a16="http://schemas.microsoft.com/office/drawing/2014/main" id="{A5202E70-4EA2-41B0-9632-509720AB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6" name="arrow-0">
            <a:extLst xmlns:a="http://schemas.openxmlformats.org/drawingml/2006/main">
              <a:ext uri="{FF2B5EF4-FFF2-40B4-BE49-F238E27FC236}">
                <a16:creationId xmlns:a16="http://schemas.microsoft.com/office/drawing/2014/main" id="{A27736EF-AFEB-4F46-AD71-FA49B982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4026C1D5-8D29-4142-BF59-5B54E70B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icon-1">
            <a:extLst xmlns:a="http://schemas.openxmlformats.org/drawingml/2006/main">
              <a:ext uri="{FF2B5EF4-FFF2-40B4-BE49-F238E27FC236}">
                <a16:creationId xmlns:a16="http://schemas.microsoft.com/office/drawing/2014/main" id="{15B9AE27-46B7-470F-835D-C4850CED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9" name="label-1">
            <a:extLst xmlns:a="http://schemas.openxmlformats.org/drawingml/2006/main">
              <a:ext uri="{FF2B5EF4-FFF2-40B4-BE49-F238E27FC236}">
                <a16:creationId xmlns:a16="http://schemas.microsoft.com/office/drawing/2014/main" id="{05BAC4DE-86A3-45FD-B57F-B98E8FC8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10" name="arrow-1">
            <a:extLst xmlns:a="http://schemas.openxmlformats.org/drawingml/2006/main">
              <a:ext uri="{FF2B5EF4-FFF2-40B4-BE49-F238E27FC236}">
                <a16:creationId xmlns:a16="http://schemas.microsoft.com/office/drawing/2014/main" id="{555E5976-F0B8-4F19-8C3A-3FB3D15D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36C488EC-E198-4BA6-B983-C01C0C6D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con-2">
            <a:extLst xmlns:a="http://schemas.openxmlformats.org/drawingml/2006/main">
              <a:ext uri="{FF2B5EF4-FFF2-40B4-BE49-F238E27FC236}">
                <a16:creationId xmlns:a16="http://schemas.microsoft.com/office/drawing/2014/main" id="{A2FD22D5-C5B3-4B99-A330-F6606CC7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3" name="label-2">
            <a:extLst xmlns:a="http://schemas.openxmlformats.org/drawingml/2006/main">
              <a:ext uri="{FF2B5EF4-FFF2-40B4-BE49-F238E27FC236}">
                <a16:creationId xmlns:a16="http://schemas.microsoft.com/office/drawing/2014/main" id="{0D0EF233-7AE9-4B07-84A2-94A4BC2A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4" name="arrow-2">
            <a:extLst xmlns:a="http://schemas.openxmlformats.org/drawingml/2006/main">
              <a:ext uri="{FF2B5EF4-FFF2-40B4-BE49-F238E27FC236}">
                <a16:creationId xmlns:a16="http://schemas.microsoft.com/office/drawing/2014/main" id="{0E6ACE42-99B3-42A0-91C4-BDE4B8C7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5" name="step-3">
            <a:extLst xmlns:a="http://schemas.openxmlformats.org/drawingml/2006/main">
              <a:ext uri="{FF2B5EF4-FFF2-40B4-BE49-F238E27FC236}">
                <a16:creationId xmlns:a16="http://schemas.microsoft.com/office/drawing/2014/main" id="{AB3B9284-CE1F-48F2-B231-B06B560C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icon-3">
            <a:extLst xmlns:a="http://schemas.openxmlformats.org/drawingml/2006/main">
              <a:ext uri="{FF2B5EF4-FFF2-40B4-BE49-F238E27FC236}">
                <a16:creationId xmlns:a16="http://schemas.microsoft.com/office/drawing/2014/main" id="{F2AF4954-3FE4-4E7F-9AFB-4C4C9917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7" name="label-3">
            <a:extLst xmlns:a="http://schemas.openxmlformats.org/drawingml/2006/main">
              <a:ext uri="{FF2B5EF4-FFF2-40B4-BE49-F238E27FC236}">
                <a16:creationId xmlns:a16="http://schemas.microsoft.com/office/drawing/2014/main" id="{31D75610-FC36-4E57-A555-94B4E413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8" name="arrow-3">
            <a:extLst xmlns:a="http://schemas.openxmlformats.org/drawingml/2006/main">
              <a:ext uri="{FF2B5EF4-FFF2-40B4-BE49-F238E27FC236}">
                <a16:creationId xmlns:a16="http://schemas.microsoft.com/office/drawing/2014/main" id="{0A6F4A32-F9F4-4ACB-AAC8-E2E21657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9" name="step-4">
            <a:extLst xmlns:a="http://schemas.openxmlformats.org/drawingml/2006/main">
              <a:ext uri="{FF2B5EF4-FFF2-40B4-BE49-F238E27FC236}">
                <a16:creationId xmlns:a16="http://schemas.microsoft.com/office/drawing/2014/main" id="{165B6636-EE1F-4C83-87B1-623761FC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icon-4">
            <a:extLst xmlns:a="http://schemas.openxmlformats.org/drawingml/2006/main">
              <a:ext uri="{FF2B5EF4-FFF2-40B4-BE49-F238E27FC236}">
                <a16:creationId xmlns:a16="http://schemas.microsoft.com/office/drawing/2014/main" id="{C7AAB01B-BA59-4EAA-8BB4-FB3BDA05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21" name="label-4">
            <a:extLst xmlns:a="http://schemas.openxmlformats.org/drawingml/2006/main">
              <a:ext uri="{FF2B5EF4-FFF2-40B4-BE49-F238E27FC236}">
                <a16:creationId xmlns:a16="http://schemas.microsoft.com/office/drawing/2014/main" id="{D4D3623D-6D28-47C9-B84C-783C3A49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2" name="arrow-4">
            <a:extLst xmlns:a="http://schemas.openxmlformats.org/drawingml/2006/main">
              <a:ext uri="{FF2B5EF4-FFF2-40B4-BE49-F238E27FC236}">
                <a16:creationId xmlns:a16="http://schemas.microsoft.com/office/drawing/2014/main" id="{8933E94F-CF39-42DB-9FBD-BEB8F1EE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3" name="step-5">
            <a:extLst xmlns:a="http://schemas.openxmlformats.org/drawingml/2006/main">
              <a:ext uri="{FF2B5EF4-FFF2-40B4-BE49-F238E27FC236}">
                <a16:creationId xmlns:a16="http://schemas.microsoft.com/office/drawing/2014/main" id="{0BAFB826-FFCA-4A38-BBBF-DE792E13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icon-5">
            <a:extLst xmlns:a="http://schemas.openxmlformats.org/drawingml/2006/main">
              <a:ext uri="{FF2B5EF4-FFF2-40B4-BE49-F238E27FC236}">
                <a16:creationId xmlns:a16="http://schemas.microsoft.com/office/drawing/2014/main" id="{DC4C17EF-3445-4718-ABFB-64154BCD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5" name="label-5">
            <a:extLst xmlns:a="http://schemas.openxmlformats.org/drawingml/2006/main">
              <a:ext uri="{FF2B5EF4-FFF2-40B4-BE49-F238E27FC236}">
                <a16:creationId xmlns:a16="http://schemas.microsoft.com/office/drawing/2014/main" id="{7B1C79A7-C0B2-46AB-8091-5665E80F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6" name="arrow-5">
            <a:extLst xmlns:a="http://schemas.openxmlformats.org/drawingml/2006/main">
              <a:ext uri="{FF2B5EF4-FFF2-40B4-BE49-F238E27FC236}">
                <a16:creationId xmlns:a16="http://schemas.microsoft.com/office/drawing/2014/main" id="{919C7022-A19B-4095-BD1E-F8CE7B1D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7" name="step-6">
            <a:extLst xmlns:a="http://schemas.openxmlformats.org/drawingml/2006/main">
              <a:ext uri="{FF2B5EF4-FFF2-40B4-BE49-F238E27FC236}">
                <a16:creationId xmlns:a16="http://schemas.microsoft.com/office/drawing/2014/main" id="{B9F05DF6-8AAD-44B2-8679-6946E756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icon-6">
            <a:extLst xmlns:a="http://schemas.openxmlformats.org/drawingml/2006/main">
              <a:ext uri="{FF2B5EF4-FFF2-40B4-BE49-F238E27FC236}">
                <a16:creationId xmlns:a16="http://schemas.microsoft.com/office/drawing/2014/main" id="{25D603D7-E0B2-45B9-9C98-3BA538EB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9" name="label-6">
            <a:extLst xmlns:a="http://schemas.openxmlformats.org/drawingml/2006/main">
              <a:ext uri="{FF2B5EF4-FFF2-40B4-BE49-F238E27FC236}">
                <a16:creationId xmlns:a16="http://schemas.microsoft.com/office/drawing/2014/main" id="{A62E1D2E-C8A0-4E23-B2B6-06B36230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30" name="footer">
            <a:extLst xmlns:a="http://schemas.openxmlformats.org/drawingml/2006/main">
              <a:ext uri="{FF2B5EF4-FFF2-40B4-BE49-F238E27FC236}">
                <a16:creationId xmlns:a16="http://schemas.microsoft.com/office/drawing/2014/main" id="{7880CAB5-AFC8-448B-8DF5-D480BBE2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210035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170181b91e43a8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D4D88C7-6F39-44B6-A652-169E1D56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D08DB530-5F71-4000-AE57-6C253945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ded1ce97b4c3a"/>
          <a:stretch xmlns:a="http://schemas.openxmlformats.org/drawingml/2006/main"/>
        </p:blipFill>
        <p:spPr>
          <a:xfrm xmlns:a="http://schemas.openxmlformats.org/drawingml/2006/main">
            <a:off x="5095875" y="1095375"/>
            <a:ext cx="657225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5193F8DE-32D2-4831-83ED-D5F9C177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210CCE3F-BE75-43D3-AE41-7F831207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4727306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e34f2516b4be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A7CFFD2B-D193-4D23-9112-7D25899F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8705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3B89F5F-677E-489A-8B63-3122FA8E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4" name="headline">
            <a:extLst xmlns:a="http://schemas.openxmlformats.org/drawingml/2006/main">
              <a:ext uri="{FF2B5EF4-FFF2-40B4-BE49-F238E27FC236}">
                <a16:creationId xmlns:a16="http://schemas.microsoft.com/office/drawing/2014/main" id="{EE2F4AB1-8BAB-4987-9F97-AD84118E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678B009-F8CE-49E7-8E0E-6722806E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6" name="proof">
            <a:extLst xmlns:a="http://schemas.openxmlformats.org/drawingml/2006/main">
              <a:ext uri="{FF2B5EF4-FFF2-40B4-BE49-F238E27FC236}">
                <a16:creationId xmlns:a16="http://schemas.microsoft.com/office/drawing/2014/main" id="{82ECBFAF-073A-45E6-8B48-9527FA49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REAL GAMEPLAY  ·  CURRENT BUILD</a:t>
            </a:r>
          </a:p>
        </p:txBody>
      </p:sp>
    </p:spTree>
    <p:extLst>
      <p:ext uri="{BB962C8B-B14F-4D97-AF65-F5344CB8AC3E}">
        <p14:creationId xmlns:p14="http://schemas.microsoft.com/office/powerpoint/2010/main" val="6844442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4a6d6af5d4b8d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2F52034B-8843-48DE-A72C-24A7C5FF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0e051cf0f4ac0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68B35833-CA93-4625-A486-15761C79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6ac5f9c634aba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E8A68E71-75CD-4FC6-ADB9-310D6422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a2371a2064e60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FD909B7C-4271-4B17-B533-D069285B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8B4CE580-1445-42AA-91BB-FC2612D5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3424667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2026-08-29T10:14:54.5860000Z</dcterms:created>
  <dcterms:modified xsi:type="dcterms:W3CDTF">2026-08-29T10:14:54.5860000Z</dcterms:modified>
</coreProperties>
</file>