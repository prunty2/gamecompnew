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98f5974330458d" /><Relationship Type="http://schemas.openxmlformats.org/officeDocument/2006/relationships/extended-properties" Target="/docProps/app.xml" Id="Rd37178916a0942ab" /><Relationship Type="http://schemas.openxmlformats.org/officeDocument/2006/relationships/officeDocument" Target="/ppt/presentation.xml" Id="R116176a0fb4a47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fc31f7baec4f87"/>
  </p:sldMasterIdLst>
  <p:notesMasterIdLst>
    <p:notesMasterId xmlns:r="http://schemas.openxmlformats.org/officeDocument/2006/relationships" r:id="R7140252dc8e14263"/>
  </p:notesMasterIdLst>
  <p:sldIdLst>
    <p:sldId xmlns:r="http://schemas.openxmlformats.org/officeDocument/2006/relationships" id="256" r:id="R178bcdb6ccbd44a5"/>
    <p:sldId xmlns:r="http://schemas.openxmlformats.org/officeDocument/2006/relationships" id="257" r:id="R5b1bbd554c194db1"/>
    <p:sldId xmlns:r="http://schemas.openxmlformats.org/officeDocument/2006/relationships" id="258" r:id="R4f033261c4a34fea"/>
    <p:sldId xmlns:r="http://schemas.openxmlformats.org/officeDocument/2006/relationships" id="259" r:id="R5e6a4aba01894076"/>
    <p:sldId xmlns:r="http://schemas.openxmlformats.org/officeDocument/2006/relationships" id="260" r:id="R4d1bc4655ea54dba"/>
    <p:sldId xmlns:r="http://schemas.openxmlformats.org/officeDocument/2006/relationships" id="261" r:id="R18f1938128d94b8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53750700f74fa7" /><Relationship Type="http://schemas.openxmlformats.org/officeDocument/2006/relationships/slideMaster" Target="/ppt/slideMasters/slideMaster1.xml" Id="R9dfc31f7baec4f87" /><Relationship Type="http://schemas.openxmlformats.org/officeDocument/2006/relationships/notesMaster" Target="/ppt/notesMasters/notesMaster1.xml" Id="R7140252dc8e14263" /><Relationship Type="http://schemas.openxmlformats.org/officeDocument/2006/relationships/presProps" Target="/ppt/presProps.xml" Id="R57b5e89e18584f4f" /><Relationship Type="http://schemas.openxmlformats.org/officeDocument/2006/relationships/tableStyles" Target="/ppt/tableStyles.xml" Id="Rb637c87529234edb" /><Relationship Type="http://schemas.openxmlformats.org/officeDocument/2006/relationships/slide" Target="/ppt/slides/slide1.xml" Id="R178bcdb6ccbd44a5" /><Relationship Type="http://schemas.openxmlformats.org/officeDocument/2006/relationships/slide" Target="/ppt/slides/slide2.xml" Id="R5b1bbd554c194db1" /><Relationship Type="http://schemas.openxmlformats.org/officeDocument/2006/relationships/slide" Target="/ppt/slides/slide3.xml" Id="R4f033261c4a34fea" /><Relationship Type="http://schemas.openxmlformats.org/officeDocument/2006/relationships/slide" Target="/ppt/slides/slide4.xml" Id="R5e6a4aba01894076" /><Relationship Type="http://schemas.openxmlformats.org/officeDocument/2006/relationships/slide" Target="/ppt/slides/slide5.xml" Id="R4d1bc4655ea54dba" /><Relationship Type="http://schemas.openxmlformats.org/officeDocument/2006/relationships/slide" Target="/ppt/slides/slide6.xml" Id="R18f1938128d94b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9b23dfc31349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2c430bb78443ae" /><Relationship Type="http://schemas.openxmlformats.org/officeDocument/2006/relationships/notesMaster" Target="/ppt/notesMasters/notesMaster1.xml" Id="R0f0a8107288b499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7494f647e9483f" /><Relationship Type="http://schemas.openxmlformats.org/officeDocument/2006/relationships/notesMaster" Target="/ppt/notesMasters/notesMaster1.xml" Id="R2772083f3929415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619338be7094073" /><Relationship Type="http://schemas.openxmlformats.org/officeDocument/2006/relationships/notesMaster" Target="/ppt/notesMasters/notesMaster1.xml" Id="R2df8c9a0630942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f49bbaa30f46e1" /><Relationship Type="http://schemas.openxmlformats.org/officeDocument/2006/relationships/notesMaster" Target="/ppt/notesMasters/notesMaster1.xml" Id="R5e09d927549144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e9e6a7150794e60" /><Relationship Type="http://schemas.openxmlformats.org/officeDocument/2006/relationships/notesMaster" Target="/ppt/notesMasters/notesMaster1.xml" Id="Rc9fe5d21de3e4a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e486abdff3476b" /><Relationship Type="http://schemas.openxmlformats.org/officeDocument/2006/relationships/notesMaster" Target="/ppt/notesMasters/notesMaster1.xml" Id="R8b2bc56a7f9546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In-game lake environment: src/assets/lake-chart.png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3858118ea04d1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3bca2ef0b64591" /><Relationship Type="http://schemas.openxmlformats.org/officeDocument/2006/relationships/slideLayout" Target="/ppt/slideLayouts/slideLayout1.xml" Id="R5fbc1936485846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bc1936485846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be2cf5aa74a69" /><Relationship Type="http://schemas.openxmlformats.org/officeDocument/2006/relationships/image" Target="/ppt/media/image.png" Id="Re897441a1b7d451c" /><Relationship Type="http://schemas.openxmlformats.org/officeDocument/2006/relationships/image" Target="/ppt/media/image2.png" Id="R96584ddd3bc141d0" /><Relationship Type="http://schemas.openxmlformats.org/officeDocument/2006/relationships/notesSlide" Target="/ppt/notesSlides/notesSlide1.xml" Id="R6d37fba60d3e46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3ff76d05e4e64" /><Relationship Type="http://schemas.openxmlformats.org/officeDocument/2006/relationships/image" Target="/ppt/media/image3.png" Id="R13ccd6ac3d5f45fb" /><Relationship Type="http://schemas.openxmlformats.org/officeDocument/2006/relationships/image" Target="/ppt/media/image4.png" Id="R7131c80a4c644d56" /><Relationship Type="http://schemas.openxmlformats.org/officeDocument/2006/relationships/notesSlide" Target="/ppt/notesSlides/notesSlide2.xml" Id="Ref872240d79e46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a7a31a04b4c14" /><Relationship Type="http://schemas.openxmlformats.org/officeDocument/2006/relationships/image" Target="/ppt/media/image5.png" Id="Re0c9bf83249447cb" /><Relationship Type="http://schemas.openxmlformats.org/officeDocument/2006/relationships/notesSlide" Target="/ppt/notesSlides/notesSlide3.xml" Id="R6d7433ca002c4f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8c5ab70fe4c52" /><Relationship Type="http://schemas.openxmlformats.org/officeDocument/2006/relationships/image" Target="/ppt/media/image6.png" Id="R4944a81e24564185" /><Relationship Type="http://schemas.openxmlformats.org/officeDocument/2006/relationships/image" Target="/ppt/media/image7.png" Id="R4687e7bd1aa848f2" /><Relationship Type="http://schemas.openxmlformats.org/officeDocument/2006/relationships/notesSlide" Target="/ppt/notesSlides/notesSlide4.xml" Id="R22b94149d2744c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54748de6f4554" /><Relationship Type="http://schemas.openxmlformats.org/officeDocument/2006/relationships/image" Target="/ppt/media/image8.png" Id="Rd62c43fe25c24e74" /><Relationship Type="http://schemas.openxmlformats.org/officeDocument/2006/relationships/notesSlide" Target="/ppt/notesSlides/notesSlide5.xml" Id="R783b739b21af44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71b43d50b4940" /><Relationship Type="http://schemas.openxmlformats.org/officeDocument/2006/relationships/image" Target="/ppt/media/image9.png" Id="R2343d4cca3ed42be" /><Relationship Type="http://schemas.openxmlformats.org/officeDocument/2006/relationships/image" Target="/ppt/media/image10.png" Id="R8deef43ace184adb" /><Relationship Type="http://schemas.openxmlformats.org/officeDocument/2006/relationships/image" Target="/ppt/media/image11.png" Id="Rdb1ac33e87b54359" /><Relationship Type="http://schemas.openxmlformats.org/officeDocument/2006/relationships/image" Target="/ppt/media/image12.png" Id="Rde8cda0b3cd94f7e" /><Relationship Type="http://schemas.openxmlformats.org/officeDocument/2006/relationships/notesSlide" Target="/ppt/notesSlides/notesSlide6.xml" Id="Rdddb52781cad45c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97441a1b7d451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DFEF3E70-2945-44D2-A34D-DD5432E2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84ddd3bc141d0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2460AF74-69E2-4813-99E6-77CBF4AE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CATCH THE FISH. SELL YOUR HAUL. ENHANCE YOUR EQUIPMENT.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52A9E62C-31F6-4BBB-B775-1BC06F1A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610990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cd6ac3d5f45fb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8DE60164-DAE7-440C-B129-88841F7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03507D43-82E7-4C3A-B5A5-52D8DED7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B8D9A37-9E72-4AF7-9EAF-EFD05FF7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Compare the current fish prices across the market. Choose what you want to catch.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31c80a4c644d56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5623F1F6-DCB9-4433-9B39-212F90A6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39209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9bf83249447cb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3AC602C3-9D43-427A-8313-8A5466C6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The game loop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336CA752-3331-4DC5-A18D-C592E7E2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con-2">
            <a:extLst xmlns:a="http://schemas.openxmlformats.org/drawingml/2006/main">
              <a:ext uri="{FF2B5EF4-FFF2-40B4-BE49-F238E27FC236}">
                <a16:creationId xmlns:a16="http://schemas.microsoft.com/office/drawing/2014/main" id="{8608BBBF-1735-4157-AD92-A0BB4C06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1" name="label-2">
            <a:extLst xmlns:a="http://schemas.openxmlformats.org/drawingml/2006/main">
              <a:ext uri="{FF2B5EF4-FFF2-40B4-BE49-F238E27FC236}">
                <a16:creationId xmlns:a16="http://schemas.microsoft.com/office/drawing/2014/main" id="{C6450E40-C53A-44FB-9E4E-8D3AC864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2" name="arrow-2">
            <a:extLst xmlns:a="http://schemas.openxmlformats.org/drawingml/2006/main">
              <a:ext uri="{FF2B5EF4-FFF2-40B4-BE49-F238E27FC236}">
                <a16:creationId xmlns:a16="http://schemas.microsoft.com/office/drawing/2014/main" id="{4BDE52E1-6799-402E-9BB6-DF8E0476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801669F4-025C-422B-8356-DAFAD06E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icon-3">
            <a:extLst xmlns:a="http://schemas.openxmlformats.org/drawingml/2006/main">
              <a:ext uri="{FF2B5EF4-FFF2-40B4-BE49-F238E27FC236}">
                <a16:creationId xmlns:a16="http://schemas.microsoft.com/office/drawing/2014/main" id="{F66DE995-68F0-4850-881C-199328C7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5" name="label-3">
            <a:extLst xmlns:a="http://schemas.openxmlformats.org/drawingml/2006/main">
              <a:ext uri="{FF2B5EF4-FFF2-40B4-BE49-F238E27FC236}">
                <a16:creationId xmlns:a16="http://schemas.microsoft.com/office/drawing/2014/main" id="{858BF3FB-3D3B-4C25-8FD6-16AD2E5F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6" name="arrow-3">
            <a:extLst xmlns:a="http://schemas.openxmlformats.org/drawingml/2006/main">
              <a:ext uri="{FF2B5EF4-FFF2-40B4-BE49-F238E27FC236}">
                <a16:creationId xmlns:a16="http://schemas.microsoft.com/office/drawing/2014/main" id="{6F0808AC-D8F0-41E8-8713-B3465111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D25F9E3-10D2-41A9-BDE0-CC84DDB9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icon-4">
            <a:extLst xmlns:a="http://schemas.openxmlformats.org/drawingml/2006/main">
              <a:ext uri="{FF2B5EF4-FFF2-40B4-BE49-F238E27FC236}">
                <a16:creationId xmlns:a16="http://schemas.microsoft.com/office/drawing/2014/main" id="{4A35D1C2-15DD-421F-90D0-29CEC1D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19" name="label-4">
            <a:extLst xmlns:a="http://schemas.openxmlformats.org/drawingml/2006/main">
              <a:ext uri="{FF2B5EF4-FFF2-40B4-BE49-F238E27FC236}">
                <a16:creationId xmlns:a16="http://schemas.microsoft.com/office/drawing/2014/main" id="{8092D2F5-A6E3-4646-AD63-352B8274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0" name="arrow-4">
            <a:extLst xmlns:a="http://schemas.openxmlformats.org/drawingml/2006/main">
              <a:ext uri="{FF2B5EF4-FFF2-40B4-BE49-F238E27FC236}">
                <a16:creationId xmlns:a16="http://schemas.microsoft.com/office/drawing/2014/main" id="{3E209012-DCFA-4D85-A026-0AE844C8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1" name="step-5">
            <a:extLst xmlns:a="http://schemas.openxmlformats.org/drawingml/2006/main">
              <a:ext uri="{FF2B5EF4-FFF2-40B4-BE49-F238E27FC236}">
                <a16:creationId xmlns:a16="http://schemas.microsoft.com/office/drawing/2014/main" id="{585EB6AE-E207-49E4-B93D-E022F3E6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icon-5">
            <a:extLst xmlns:a="http://schemas.openxmlformats.org/drawingml/2006/main">
              <a:ext uri="{FF2B5EF4-FFF2-40B4-BE49-F238E27FC236}">
                <a16:creationId xmlns:a16="http://schemas.microsoft.com/office/drawing/2014/main" id="{6EF58F98-1E71-4984-9892-63F74932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3" name="label-5">
            <a:extLst xmlns:a="http://schemas.openxmlformats.org/drawingml/2006/main">
              <a:ext uri="{FF2B5EF4-FFF2-40B4-BE49-F238E27FC236}">
                <a16:creationId xmlns:a16="http://schemas.microsoft.com/office/drawing/2014/main" id="{B4061397-2AA3-45E5-BC09-B82D7E2F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4" name="arrow-5">
            <a:extLst xmlns:a="http://schemas.openxmlformats.org/drawingml/2006/main">
              <a:ext uri="{FF2B5EF4-FFF2-40B4-BE49-F238E27FC236}">
                <a16:creationId xmlns:a16="http://schemas.microsoft.com/office/drawing/2014/main" id="{D1836FFE-4485-4F8A-A274-B3121BE5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5" name="step-6">
            <a:extLst xmlns:a="http://schemas.openxmlformats.org/drawingml/2006/main">
              <a:ext uri="{FF2B5EF4-FFF2-40B4-BE49-F238E27FC236}">
                <a16:creationId xmlns:a16="http://schemas.microsoft.com/office/drawing/2014/main" id="{AC855D2B-5D37-4783-8F28-83CB871D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icon-6">
            <a:extLst xmlns:a="http://schemas.openxmlformats.org/drawingml/2006/main">
              <a:ext uri="{FF2B5EF4-FFF2-40B4-BE49-F238E27FC236}">
                <a16:creationId xmlns:a16="http://schemas.microsoft.com/office/drawing/2014/main" id="{F264657D-D8F9-43EC-A891-3DF531B8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7" name="label-6">
            <a:extLst xmlns:a="http://schemas.openxmlformats.org/drawingml/2006/main">
              <a:ext uri="{FF2B5EF4-FFF2-40B4-BE49-F238E27FC236}">
                <a16:creationId xmlns:a16="http://schemas.microsoft.com/office/drawing/2014/main" id="{2A97428B-591C-4B82-A7BE-86935BFD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C1372BD4-5EA8-400C-8D5A-340C3328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11681037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44a81e24564185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434B0C8-4AC1-48EA-9DCD-76CAFBB4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5584A3D9-C64C-41AD-BC8E-0AF5C2EC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Your small beginner boat. Lots of upgrades to make.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87e7bd1aa848f2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AEBCA980-6BEC-479F-A4C0-9E51BF1E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WEATHERED HULL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HOOK CRANE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CRATE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WARM LANTERN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A513FD7F-AB66-4B8A-8335-7112BDB2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62D35"/>
                </a:solidFill>
              </a:defRPr>
            </a:pPr>
            <a:r>
              <a:rPr sz="1800">
                <a:solidFill>
                  <a:srgbClr val="062D35"/>
                </a:solidFill>
              </a:rPr>
              <a:t>The boat grows through mechanics, not dialogue.</a:t>
            </a:r>
          </a:p>
        </p:txBody>
      </p:sp>
    </p:spTree>
    <p:extLst>
      <p:ext uri="{BB962C8B-B14F-4D97-AF65-F5344CB8AC3E}">
        <p14:creationId xmlns:p14="http://schemas.microsoft.com/office/powerpoint/2010/main" val="1214692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c43fe25c24e7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608AAC6B-6BAE-48A8-ABBE-878AFF54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BD194B5-C9E6-4149-A1AC-341843D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9F87284D-FF28-4ABE-8867-696BF08C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B2644FF-57D4-4BED-B9F1-FD13A884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F42263C6-E1B3-44F1-9845-DEFD2745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1315425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43d4cca3ed42be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1A948238-06FB-4995-B801-F3A75D27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eef43ace184adb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CD8510CE-535E-4FF0-9891-C2C89631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1ac33e87b54359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0DA5948D-886C-4755-8817-ED6C600D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8cda0b3cd94f7e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996284A5-0F0A-4D4C-99BB-F2E155B2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F300F8C9-88BC-4A9A-B3B2-9048B20E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017772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2026-08-29T21:52:35.7360000Z</dcterms:created>
  <dcterms:modified xsi:type="dcterms:W3CDTF">2026-08-29T21:52:35.7360000Z</dcterms:modified>
</coreProperties>
</file>