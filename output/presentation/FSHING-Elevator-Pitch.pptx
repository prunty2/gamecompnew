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8b27745a3b4ca1" /><Relationship Type="http://schemas.openxmlformats.org/officeDocument/2006/relationships/extended-properties" Target="/docProps/app.xml" Id="R98d573527d174057" /><Relationship Type="http://schemas.openxmlformats.org/officeDocument/2006/relationships/officeDocument" Target="/ppt/presentation.xml" Id="Rf9519f501df846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9cebc59f104c5f"/>
  </p:sldMasterIdLst>
  <p:notesMasterIdLst>
    <p:notesMasterId xmlns:r="http://schemas.openxmlformats.org/officeDocument/2006/relationships" r:id="Rf63166ae617843ed"/>
  </p:notesMasterIdLst>
  <p:sldIdLst>
    <p:sldId xmlns:r="http://schemas.openxmlformats.org/officeDocument/2006/relationships" id="256" r:id="R9ab4d4119bcd45d5"/>
    <p:sldId xmlns:r="http://schemas.openxmlformats.org/officeDocument/2006/relationships" id="257" r:id="R89234fee1cee41cb"/>
    <p:sldId xmlns:r="http://schemas.openxmlformats.org/officeDocument/2006/relationships" id="258" r:id="R184b91b1f9de4c85"/>
    <p:sldId xmlns:r="http://schemas.openxmlformats.org/officeDocument/2006/relationships" id="259" r:id="Rc2114ff004c941d6"/>
    <p:sldId xmlns:r="http://schemas.openxmlformats.org/officeDocument/2006/relationships" id="260" r:id="R86e8ac0cadbf4964"/>
    <p:sldId xmlns:r="http://schemas.openxmlformats.org/officeDocument/2006/relationships" id="261" r:id="Rdf0ab1b6c09b4b4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4bc797896140b4" /><Relationship Type="http://schemas.openxmlformats.org/officeDocument/2006/relationships/slideMaster" Target="/ppt/slideMasters/slideMaster1.xml" Id="R1e9cebc59f104c5f" /><Relationship Type="http://schemas.openxmlformats.org/officeDocument/2006/relationships/notesMaster" Target="/ppt/notesMasters/notesMaster1.xml" Id="Rf63166ae617843ed" /><Relationship Type="http://schemas.openxmlformats.org/officeDocument/2006/relationships/presProps" Target="/ppt/presProps.xml" Id="R48b4d10b5ce54fc4" /><Relationship Type="http://schemas.openxmlformats.org/officeDocument/2006/relationships/tableStyles" Target="/ppt/tableStyles.xml" Id="Re7857156d80543bd" /><Relationship Type="http://schemas.openxmlformats.org/officeDocument/2006/relationships/slide" Target="/ppt/slides/slide1.xml" Id="R9ab4d4119bcd45d5" /><Relationship Type="http://schemas.openxmlformats.org/officeDocument/2006/relationships/slide" Target="/ppt/slides/slide2.xml" Id="R89234fee1cee41cb" /><Relationship Type="http://schemas.openxmlformats.org/officeDocument/2006/relationships/slide" Target="/ppt/slides/slide3.xml" Id="R184b91b1f9de4c85" /><Relationship Type="http://schemas.openxmlformats.org/officeDocument/2006/relationships/slide" Target="/ppt/slides/slide4.xml" Id="Rc2114ff004c941d6" /><Relationship Type="http://schemas.openxmlformats.org/officeDocument/2006/relationships/slide" Target="/ppt/slides/slide5.xml" Id="R86e8ac0cadbf4964" /><Relationship Type="http://schemas.openxmlformats.org/officeDocument/2006/relationships/slide" Target="/ppt/slides/slide6.xml" Id="Rdf0ab1b6c09b4b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c0ed1605514e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b81d8ff1154d32" /><Relationship Type="http://schemas.openxmlformats.org/officeDocument/2006/relationships/notesMaster" Target="/ppt/notesMasters/notesMaster1.xml" Id="Ra889bee077dd43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0438f9a7394b14" /><Relationship Type="http://schemas.openxmlformats.org/officeDocument/2006/relationships/notesMaster" Target="/ppt/notesMasters/notesMaster1.xml" Id="Rca71135436894c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1d381d32de4f7e" /><Relationship Type="http://schemas.openxmlformats.org/officeDocument/2006/relationships/notesMaster" Target="/ppt/notesMasters/notesMaster1.xml" Id="R5183e5ce6cc343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d33c81279e4ea0" /><Relationship Type="http://schemas.openxmlformats.org/officeDocument/2006/relationships/notesMaster" Target="/ppt/notesMasters/notesMaster1.xml" Id="R125930c9c42f4b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3c7186372647ec" /><Relationship Type="http://schemas.openxmlformats.org/officeDocument/2006/relationships/notesMaster" Target="/ppt/notesMasters/notesMaster1.xml" Id="Rcb68d7777af948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65fbf12ac64b7e" /><Relationship Type="http://schemas.openxmlformats.org/officeDocument/2006/relationships/notesMaster" Target="/ppt/notesMasters/notesMaster1.xml" Id="Rbf096ddd89bd4f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2530cb9c2c42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41b2ad46ec4081" /><Relationship Type="http://schemas.openxmlformats.org/officeDocument/2006/relationships/slideLayout" Target="/ppt/slideLayouts/slideLayout1.xml" Id="R479814f7963d49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9814f7963d49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cb20f2af14c3e" /><Relationship Type="http://schemas.openxmlformats.org/officeDocument/2006/relationships/image" Target="/ppt/media/image.png" Id="Rce760dc1a09445d7" /><Relationship Type="http://schemas.openxmlformats.org/officeDocument/2006/relationships/image" Target="/ppt/media/image2.png" Id="Rf9327d7650a14453" /><Relationship Type="http://schemas.openxmlformats.org/officeDocument/2006/relationships/notesSlide" Target="/ppt/notesSlides/notesSlide1.xml" Id="R2199d4ca9b8b48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cef1e2fb847e0" /><Relationship Type="http://schemas.openxmlformats.org/officeDocument/2006/relationships/image" Target="/ppt/media/image3.png" Id="R7ffe4e20189845b7" /><Relationship Type="http://schemas.openxmlformats.org/officeDocument/2006/relationships/image" Target="/ppt/media/image4.png" Id="R774cc2b8ba3540b4" /><Relationship Type="http://schemas.openxmlformats.org/officeDocument/2006/relationships/notesSlide" Target="/ppt/notesSlides/notesSlide2.xml" Id="R6210d73b0eb246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42e4b680834d3d" /><Relationship Type="http://schemas.openxmlformats.org/officeDocument/2006/relationships/image" Target="/ppt/media/image5.png" Id="R2a9422c28c834b4e" /><Relationship Type="http://schemas.openxmlformats.org/officeDocument/2006/relationships/notesSlide" Target="/ppt/notesSlides/notesSlide3.xml" Id="R9976a085a4ed4d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4d8767b55e4a24" /><Relationship Type="http://schemas.openxmlformats.org/officeDocument/2006/relationships/image" Target="/ppt/media/image6.png" Id="Rd5fc01446bd64dee" /><Relationship Type="http://schemas.openxmlformats.org/officeDocument/2006/relationships/image" Target="/ppt/media/image7.png" Id="Rdf2aa8dc627c4434" /><Relationship Type="http://schemas.openxmlformats.org/officeDocument/2006/relationships/notesSlide" Target="/ppt/notesSlides/notesSlide4.xml" Id="Rf1f6ef17b0da48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f8bb2c64e4bb3" /><Relationship Type="http://schemas.openxmlformats.org/officeDocument/2006/relationships/image" Target="/ppt/media/image8.png" Id="Rd667dd4d5c66433c" /><Relationship Type="http://schemas.openxmlformats.org/officeDocument/2006/relationships/image" Target="/ppt/media/image9.png" Id="R195e8d2e872b494a" /><Relationship Type="http://schemas.openxmlformats.org/officeDocument/2006/relationships/notesSlide" Target="/ppt/notesSlides/notesSlide5.xml" Id="Rc2a0c19d2ab44a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4ddf632c1409e" /><Relationship Type="http://schemas.openxmlformats.org/officeDocument/2006/relationships/image" Target="/ppt/media/image10.png" Id="R7edf2e9e46e945c3" /><Relationship Type="http://schemas.openxmlformats.org/officeDocument/2006/relationships/image" Target="/ppt/media/image11.png" Id="Rde214087790e493b" /><Relationship Type="http://schemas.openxmlformats.org/officeDocument/2006/relationships/image" Target="/ppt/media/image12.png" Id="R0d7e57c767f04fc1" /><Relationship Type="http://schemas.openxmlformats.org/officeDocument/2006/relationships/image" Target="/ppt/media/image13.png" Id="R57ed5097b77245ee" /><Relationship Type="http://schemas.openxmlformats.org/officeDocument/2006/relationships/notesSlide" Target="/ppt/notesSlides/notesSlide6.xml" Id="R6f02e1a8a912418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760dc1a09445d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327d7650a14453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952875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READ THE MARKET. CATCH THE FISH. CHOOSE WHERE TO SELL.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fe4e20189845b7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Inspect a real species, read its seven-day graph, then track it across the lake.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cc2b8ba3540b4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ne-line">
            <a:extLst xmlns:a="http://schemas.openxmlformats.org/drawingml/2006/main">
              <a:ext uri="{FF2B5EF4-FFF2-40B4-BE49-F238E27FC236}">
                <a16:creationId xmlns:a16="http://schemas.microsoft.com/office/drawing/2014/main" id="{02A51EAB-F720-4989-9582-E21E3C85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2D35"/>
                </a:solidFill>
              </a:defRPr>
            </a:pPr>
            <a:r>
              <a:rPr sz="1800" b="1">
                <a:solidFill>
                  <a:srgbClr val="062D35"/>
                </a:solidFill>
              </a:rPr>
              <a:t>The route changes when the market changes.</a:t>
            </a:r>
          </a:p>
        </p:txBody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9422c28c834b4e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3" name="icon-0">
            <a:extLst xmlns:a="http://schemas.openxmlformats.org/drawingml/2006/main">
              <a:ext uri="{FF2B5EF4-FFF2-40B4-BE49-F238E27FC236}">
                <a16:creationId xmlns:a16="http://schemas.microsoft.com/office/drawing/2014/main" id="{50B1ECC2-3640-47F2-B8E2-60C144E8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4" name="label-0">
            <a:extLst xmlns:a="http://schemas.openxmlformats.org/drawingml/2006/main">
              <a:ext uri="{FF2B5EF4-FFF2-40B4-BE49-F238E27FC236}">
                <a16:creationId xmlns:a16="http://schemas.microsoft.com/office/drawing/2014/main" id="{0F4AE70B-AF52-4C35-9ABD-A1330470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20EF9EAA-257A-4CA7-9CDD-F35A40D5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6" name="icon-1">
            <a:extLst xmlns:a="http://schemas.openxmlformats.org/drawingml/2006/main">
              <a:ext uri="{FF2B5EF4-FFF2-40B4-BE49-F238E27FC236}">
                <a16:creationId xmlns:a16="http://schemas.microsoft.com/office/drawing/2014/main" id="{DC0811F5-E4E4-448A-AA7B-50640F04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7" name="label-1">
            <a:extLst xmlns:a="http://schemas.openxmlformats.org/drawingml/2006/main">
              <a:ext uri="{FF2B5EF4-FFF2-40B4-BE49-F238E27FC236}">
                <a16:creationId xmlns:a16="http://schemas.microsoft.com/office/drawing/2014/main" id="{760F9684-862B-49B1-95A2-2CD7973D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8" name="arrow-1">
            <a:extLst xmlns:a="http://schemas.openxmlformats.org/drawingml/2006/main">
              <a:ext uri="{FF2B5EF4-FFF2-40B4-BE49-F238E27FC236}">
                <a16:creationId xmlns:a16="http://schemas.microsoft.com/office/drawing/2014/main" id="{1D286FA8-4635-43A0-82D4-9B885F10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c01446bd64dee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2aa8dc627c4434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A513FD7F-AB66-4B8A-8335-7112BDB2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67dd4d5c66433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e8d2e872b494a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df2e9e46e945c3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14087790e493b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7e57c767f04fc1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ed5097b77245ee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2026-08-29T10:41:54.0680000Z</dcterms:created>
  <dcterms:modified xsi:type="dcterms:W3CDTF">2026-08-29T10:41:54.0680000Z</dcterms:modified>
</coreProperties>
</file>