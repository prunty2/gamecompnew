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6f54e4c3d244e6f" /><Relationship Type="http://schemas.openxmlformats.org/officeDocument/2006/relationships/extended-properties" Target="/docProps/app.xml" Id="R0bd3ca2f3e5845b9" /><Relationship Type="http://schemas.openxmlformats.org/officeDocument/2006/relationships/officeDocument" Target="/ppt/presentation.xml" Id="R8cf5a8800bb0407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6e186955a1b494e"/>
  </p:sldMasterIdLst>
  <p:notesMasterIdLst>
    <p:notesMasterId xmlns:r="http://schemas.openxmlformats.org/officeDocument/2006/relationships" r:id="Ra52af4d77a3b40e9"/>
  </p:notesMasterIdLst>
  <p:sldIdLst>
    <p:sldId xmlns:r="http://schemas.openxmlformats.org/officeDocument/2006/relationships" id="256" r:id="Ra3c72974bd8d47e6"/>
    <p:sldId xmlns:r="http://schemas.openxmlformats.org/officeDocument/2006/relationships" id="257" r:id="R4cc10d52e6e54cc4"/>
    <p:sldId xmlns:r="http://schemas.openxmlformats.org/officeDocument/2006/relationships" id="258" r:id="Re46b31d338bd44ac"/>
    <p:sldId xmlns:r="http://schemas.openxmlformats.org/officeDocument/2006/relationships" id="259" r:id="R9e267229f31f49f1"/>
    <p:sldId xmlns:r="http://schemas.openxmlformats.org/officeDocument/2006/relationships" id="260" r:id="Re7de7bb5e03e46ec"/>
    <p:sldId xmlns:r="http://schemas.openxmlformats.org/officeDocument/2006/relationships" id="261" r:id="Ra3e313d27da34d1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cb4a444a83d46f6" /><Relationship Type="http://schemas.openxmlformats.org/officeDocument/2006/relationships/slideMaster" Target="/ppt/slideMasters/slideMaster1.xml" Id="R96e186955a1b494e" /><Relationship Type="http://schemas.openxmlformats.org/officeDocument/2006/relationships/notesMaster" Target="/ppt/notesMasters/notesMaster1.xml" Id="Ra52af4d77a3b40e9" /><Relationship Type="http://schemas.openxmlformats.org/officeDocument/2006/relationships/presProps" Target="/ppt/presProps.xml" Id="Rbb6a6bb3688545fb" /><Relationship Type="http://schemas.openxmlformats.org/officeDocument/2006/relationships/tableStyles" Target="/ppt/tableStyles.xml" Id="R8f371906f8354e90" /><Relationship Type="http://schemas.openxmlformats.org/officeDocument/2006/relationships/slide" Target="/ppt/slides/slide1.xml" Id="Ra3c72974bd8d47e6" /><Relationship Type="http://schemas.openxmlformats.org/officeDocument/2006/relationships/slide" Target="/ppt/slides/slide2.xml" Id="R4cc10d52e6e54cc4" /><Relationship Type="http://schemas.openxmlformats.org/officeDocument/2006/relationships/slide" Target="/ppt/slides/slide3.xml" Id="Re46b31d338bd44ac" /><Relationship Type="http://schemas.openxmlformats.org/officeDocument/2006/relationships/slide" Target="/ppt/slides/slide4.xml" Id="R9e267229f31f49f1" /><Relationship Type="http://schemas.openxmlformats.org/officeDocument/2006/relationships/slide" Target="/ppt/slides/slide5.xml" Id="Re7de7bb5e03e46ec" /><Relationship Type="http://schemas.openxmlformats.org/officeDocument/2006/relationships/slide" Target="/ppt/slides/slide6.xml" Id="Ra3e313d27da34d1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55495698f734ca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24902371240446a" /><Relationship Type="http://schemas.openxmlformats.org/officeDocument/2006/relationships/notesMaster" Target="/ppt/notesMasters/notesMaster1.xml" Id="Rb927aa70a0fc4ad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d8789c9d3ea4057" /><Relationship Type="http://schemas.openxmlformats.org/officeDocument/2006/relationships/notesMaster" Target="/ppt/notesMasters/notesMaster1.xml" Id="R991fdd89d44947f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db698c601454a8e" /><Relationship Type="http://schemas.openxmlformats.org/officeDocument/2006/relationships/notesMaster" Target="/ppt/notesMasters/notesMaster1.xml" Id="Rfc29fdfed8604e9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c4bd23843b2431d" /><Relationship Type="http://schemas.openxmlformats.org/officeDocument/2006/relationships/notesMaster" Target="/ppt/notesMasters/notesMaster1.xml" Id="R58a981d959f244a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27b764e53334dc6" /><Relationship Type="http://schemas.openxmlformats.org/officeDocument/2006/relationships/notesMaster" Target="/ppt/notesMasters/notesMaster1.xml" Id="R5b63cd16a3c5492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7d5ab40689e493b" /><Relationship Type="http://schemas.openxmlformats.org/officeDocument/2006/relationships/notesMaster" Target="/ppt/notesMasters/notesMaster1.xml" Id="Rb2dd9dbce815418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is a fishing game where the lake is also a marketplace.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In-game lake environment: src/assets/lake-chart.png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 not just catch fish. You read today's quote and choose a target before leaving the harbour.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Docs/incursion/screenshots/04-market-detail.png</a:t>
            </a:r>
          </a:p>
          <a:p xmlns:a="http://schemas.openxmlformats.org/drawingml/2006/main">
            <a:r>
              <a:t>- Game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systems support one another: the market creates a route, fishing creates cargo, and upgrades change the next trip.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Core loop and upgrades: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boat is the visible player character. Its crane, crate, and lantern show what it does before the player reads a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Production boat: src/assets/player-boat.png</a:t>
            </a:r>
          </a:p>
          <a:p xmlns:a="http://schemas.openxmlformats.org/drawingml/2006/main">
            <a:r>
              <a:t>- Transparent presentation derivative: Docs/incursion/assets/working-boat-transparent.png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Fishing is not a hold-to-fill meter. The fish runs, the line tightens, and the player must release to let it take 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Docs/incursion/screenshots/08-fishing.png</a:t>
            </a:r>
          </a:p>
          <a:p xmlns:a="http://schemas.openxmlformats.org/drawingml/2006/main">
            <a:r>
              <a:t>- Fishing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teaches through consequence: read the market, act on the information, and see whether the trip paid 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screenshots: Docs/incursion/screenshots/03-market.png, 07-tracked-sailing.png, 08-fishing.png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8e8cc9c5de438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10d1b34d54d48a2" /><Relationship Type="http://schemas.openxmlformats.org/officeDocument/2006/relationships/slideLayout" Target="/ppt/slideLayouts/slideLayout1.xml" Id="Rb67ba3edfadf489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7ba3edfadf489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7f3bbf32f94764" /><Relationship Type="http://schemas.openxmlformats.org/officeDocument/2006/relationships/image" Target="/ppt/media/image.png" Id="R96bb3cb6cf664f10" /><Relationship Type="http://schemas.openxmlformats.org/officeDocument/2006/relationships/image" Target="/ppt/media/image2.png" Id="Ra5e5db56456b437f" /><Relationship Type="http://schemas.openxmlformats.org/officeDocument/2006/relationships/notesSlide" Target="/ppt/notesSlides/notesSlide1.xml" Id="Rb6211029f2a0444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901dcec83f4ac3" /><Relationship Type="http://schemas.openxmlformats.org/officeDocument/2006/relationships/image" Target="/ppt/media/image3.png" Id="R7a984b1458fe4008" /><Relationship Type="http://schemas.openxmlformats.org/officeDocument/2006/relationships/image" Target="/ppt/media/image4.png" Id="R3a2b525dc7c045af" /><Relationship Type="http://schemas.openxmlformats.org/officeDocument/2006/relationships/notesSlide" Target="/ppt/notesSlides/notesSlide2.xml" Id="R011a3f09aeb944b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855eb9f6294d32" /><Relationship Type="http://schemas.openxmlformats.org/officeDocument/2006/relationships/image" Target="/ppt/media/image5.png" Id="R71b9bca112b740b9" /><Relationship Type="http://schemas.openxmlformats.org/officeDocument/2006/relationships/notesSlide" Target="/ppt/notesSlides/notesSlide3.xml" Id="R376ba84314464e6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f583950ce2400f" /><Relationship Type="http://schemas.openxmlformats.org/officeDocument/2006/relationships/image" Target="/ppt/media/image6.png" Id="R1a401328460b42f5" /><Relationship Type="http://schemas.openxmlformats.org/officeDocument/2006/relationships/image" Target="/ppt/media/image7.png" Id="Rea10ca9ef09a4182" /><Relationship Type="http://schemas.openxmlformats.org/officeDocument/2006/relationships/notesSlide" Target="/ppt/notesSlides/notesSlide4.xml" Id="R45a06bab16de466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b2c333b6014135" /><Relationship Type="http://schemas.openxmlformats.org/officeDocument/2006/relationships/image" Target="/ppt/media/image8.png" Id="R637640cdbd7a4dba" /><Relationship Type="http://schemas.openxmlformats.org/officeDocument/2006/relationships/notesSlide" Target="/ppt/notesSlides/notesSlide5.xml" Id="Rb0a32c2226dd46d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50cd34105646e4" /><Relationship Type="http://schemas.openxmlformats.org/officeDocument/2006/relationships/image" Target="/ppt/media/image9.png" Id="R80ce6e549e1646d2" /><Relationship Type="http://schemas.openxmlformats.org/officeDocument/2006/relationships/image" Target="/ppt/media/image10.png" Id="R47be98ece02e44aa" /><Relationship Type="http://schemas.openxmlformats.org/officeDocument/2006/relationships/image" Target="/ppt/media/image11.png" Id="Rd317818f87ee4937" /><Relationship Type="http://schemas.openxmlformats.org/officeDocument/2006/relationships/image" Target="/ppt/media/image12.png" Id="Ra9fc812e6e384ee4" /><Relationship Type="http://schemas.openxmlformats.org/officeDocument/2006/relationships/notesSlide" Target="/ppt/notesSlides/notesSlide6.xml" Id="Ra954d68864854e8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bb3cb6cf664f1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itle-wash">
            <a:extLst xmlns:a="http://schemas.openxmlformats.org/drawingml/2006/main">
              <a:ext uri="{FF2B5EF4-FFF2-40B4-BE49-F238E27FC236}">
                <a16:creationId xmlns:a16="http://schemas.microsoft.com/office/drawing/2014/main" id="{DFEF3E70-2945-44D2-A34D-DD5432E2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72157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e5db56456b437f"/>
          <a:stretch xmlns:a="http://schemas.openxmlformats.org/drawingml/2006/main"/>
        </p:blipFill>
        <p:spPr>
          <a:xfrm xmlns:a="http://schemas.openxmlformats.org/drawingml/2006/main">
            <a:off x="4095750" y="1000125"/>
            <a:ext cx="4000500" cy="2667000"/>
          </a:xfrm>
          <a:prstGeom xmlns:a="http://schemas.openxmlformats.org/drawingml/2006/main" prst="rect">
            <a:avLst/>
          </a:prstGeom>
        </p:spPr>
      </p:pic>
      <p:sp>
        <p:nvSpPr>
          <p:cNvPr id="4" name="tagline">
            <a:extLst xmlns:a="http://schemas.openxmlformats.org/drawingml/2006/main">
              <a:ext uri="{FF2B5EF4-FFF2-40B4-BE49-F238E27FC236}">
                <a16:creationId xmlns:a16="http://schemas.microsoft.com/office/drawing/2014/main" id="{2460AF74-69E2-4813-99E6-77CBF4AE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6EDDA"/>
                </a:solidFill>
              </a:defRPr>
            </a:pPr>
            <a:r>
              <a:rPr sz="1950" b="1">
                <a:solidFill>
                  <a:srgbClr val="F6EDDA"/>
                </a:solidFill>
              </a:rPr>
              <a:t>CATCH THE FISH. SELL YOUR HAUL. ENHANCE YOUR EQUIPMENT.</a:t>
            </a:r>
          </a:p>
        </p:txBody>
      </p:sp>
      <p:sp>
        <p:nvSpPr>
          <p:cNvPr id="5" name="team">
            <a:extLst xmlns:a="http://schemas.openxmlformats.org/drawingml/2006/main">
              <a:ext uri="{FF2B5EF4-FFF2-40B4-BE49-F238E27FC236}">
                <a16:creationId xmlns:a16="http://schemas.microsoft.com/office/drawing/2014/main" id="{52A9E62C-31F6-4BBB-B775-1BC06F1A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8102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E8F0EC">
                    <a:alpha val="80000"/>
                  </a:srgbClr>
                </a:solidFill>
              </a:defRPr>
            </a:pPr>
            <a:r>
              <a:rPr sz="1350">
                <a:solidFill>
                  <a:srgbClr val="E8F0EC">
                    <a:alpha val="80000"/>
                  </a:srgbClr>
                </a:solidFill>
              </a:rPr>
              <a:t>Liam  ·  Saxon  ·  Harrison  ·  David</a:t>
            </a:r>
          </a:p>
        </p:txBody>
      </p:sp>
    </p:spTree>
    <p:extLst>
      <p:ext uri="{BB962C8B-B14F-4D97-AF65-F5344CB8AC3E}">
        <p14:creationId xmlns:p14="http://schemas.microsoft.com/office/powerpoint/2010/main" val="610990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984b1458fe4008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8DE60164-DAE7-440C-B129-88841F7E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IDEA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03507D43-82E7-4C3A-B5A5-52D8DED73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95375"/>
            <a:ext cx="4857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Every trip begins with a price.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BB8D9A37-9E72-4AF7-9EAF-EFD05FF7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447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4651"/>
                </a:solidFill>
              </a:defRPr>
            </a:pPr>
            <a:r>
              <a:rPr sz="1950">
                <a:solidFill>
                  <a:srgbClr val="0B4651"/>
                </a:solidFill>
              </a:rPr>
              <a:t>Inspect a real species, read its seven-day graph, then track it across the lake.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2b525dc7c045af"/>
          <a:srcRect xmlns:a="http://schemas.openxmlformats.org/drawingml/2006/main" l="14694" t="0" r="1469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1123950"/>
            <a:ext cx="5619750" cy="4476750"/>
          </a:xfrm>
          <a:prstGeom xmlns:a="http://schemas.openxmlformats.org/drawingml/2006/main" prst="roundRect">
            <a:avLst>
              <a:gd name="adj" fmla="val 3404"/>
            </a:avLst>
          </a:prstGeom>
        </p:spPr>
      </p:pic>
      <p:sp>
        <p:nvSpPr>
          <p:cNvPr id="6" name="orange-rule">
            <a:extLst xmlns:a="http://schemas.openxmlformats.org/drawingml/2006/main">
              <a:ext uri="{FF2B5EF4-FFF2-40B4-BE49-F238E27FC236}">
                <a16:creationId xmlns:a16="http://schemas.microsoft.com/office/drawing/2014/main" id="{5623F1F6-DCB9-4433-9B39-212F90A6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37147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392091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2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b9bca112b740b9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3AC602C3-9D43-427A-8313-8A5466C6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6EDDA"/>
                </a:solidFill>
              </a:defRPr>
            </a:pPr>
            <a:r>
              <a:rPr sz="3600" b="1">
                <a:solidFill>
                  <a:srgbClr val="F6EDDA"/>
                </a:solidFill>
              </a:rPr>
              <a:t>The game loop</a:t>
            </a:r>
          </a:p>
        </p:txBody>
      </p:sp>
      <p:sp>
        <p:nvSpPr>
          <p:cNvPr id="3" name="icon-0">
            <a:extLst xmlns:a="http://schemas.openxmlformats.org/drawingml/2006/main">
              <a:ext uri="{FF2B5EF4-FFF2-40B4-BE49-F238E27FC236}">
                <a16:creationId xmlns:a16="http://schemas.microsoft.com/office/drawing/2014/main" id="{50B1ECC2-3640-47F2-B8E2-60C144E83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◒</a:t>
            </a:r>
          </a:p>
        </p:txBody>
      </p:sp>
      <p:sp>
        <p:nvSpPr>
          <p:cNvPr id="4" name="label-0">
            <a:extLst xmlns:a="http://schemas.openxmlformats.org/drawingml/2006/main">
              <a:ext uri="{FF2B5EF4-FFF2-40B4-BE49-F238E27FC236}">
                <a16:creationId xmlns:a16="http://schemas.microsoft.com/office/drawing/2014/main" id="{0F4AE70B-AF52-4C35-9ABD-A1330470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MARKET</a:t>
            </a:r>
          </a:p>
        </p:txBody>
      </p:sp>
      <p:sp>
        <p:nvSpPr>
          <p:cNvPr id="5" name="arrow-0">
            <a:extLst xmlns:a="http://schemas.openxmlformats.org/drawingml/2006/main">
              <a:ext uri="{FF2B5EF4-FFF2-40B4-BE49-F238E27FC236}">
                <a16:creationId xmlns:a16="http://schemas.microsoft.com/office/drawing/2014/main" id="{20EF9EAA-257A-4CA7-9CDD-F35A40D5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6" name="icon-1">
            <a:extLst xmlns:a="http://schemas.openxmlformats.org/drawingml/2006/main">
              <a:ext uri="{FF2B5EF4-FFF2-40B4-BE49-F238E27FC236}">
                <a16:creationId xmlns:a16="http://schemas.microsoft.com/office/drawing/2014/main" id="{DC0811F5-E4E4-448A-AA7B-50640F04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◆</a:t>
            </a:r>
          </a:p>
        </p:txBody>
      </p:sp>
      <p:sp>
        <p:nvSpPr>
          <p:cNvPr id="7" name="label-1">
            <a:extLst xmlns:a="http://schemas.openxmlformats.org/drawingml/2006/main">
              <a:ext uri="{FF2B5EF4-FFF2-40B4-BE49-F238E27FC236}">
                <a16:creationId xmlns:a16="http://schemas.microsoft.com/office/drawing/2014/main" id="{760F9684-862B-49B1-95A2-2CD7973DF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TRACK</a:t>
            </a:r>
          </a:p>
        </p:txBody>
      </p:sp>
      <p:sp>
        <p:nvSpPr>
          <p:cNvPr id="8" name="arrow-1">
            <a:extLst xmlns:a="http://schemas.openxmlformats.org/drawingml/2006/main">
              <a:ext uri="{FF2B5EF4-FFF2-40B4-BE49-F238E27FC236}">
                <a16:creationId xmlns:a16="http://schemas.microsoft.com/office/drawing/2014/main" id="{1D286FA8-4635-43A0-82D4-9B885F10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9" name="step-2">
            <a:extLst xmlns:a="http://schemas.openxmlformats.org/drawingml/2006/main">
              <a:ext uri="{FF2B5EF4-FFF2-40B4-BE49-F238E27FC236}">
                <a16:creationId xmlns:a16="http://schemas.microsoft.com/office/drawing/2014/main" id="{336CA752-3331-4DC5-A18D-C592E7E2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icon-2">
            <a:extLst xmlns:a="http://schemas.openxmlformats.org/drawingml/2006/main">
              <a:ext uri="{FF2B5EF4-FFF2-40B4-BE49-F238E27FC236}">
                <a16:creationId xmlns:a16="http://schemas.microsoft.com/office/drawing/2014/main" id="{8608BBBF-1735-4157-AD92-A0BB4C06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➤</a:t>
            </a:r>
          </a:p>
        </p:txBody>
      </p:sp>
      <p:sp>
        <p:nvSpPr>
          <p:cNvPr id="11" name="label-2">
            <a:extLst xmlns:a="http://schemas.openxmlformats.org/drawingml/2006/main">
              <a:ext uri="{FF2B5EF4-FFF2-40B4-BE49-F238E27FC236}">
                <a16:creationId xmlns:a16="http://schemas.microsoft.com/office/drawing/2014/main" id="{C6450E40-C53A-44FB-9E4E-8D3AC8641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SAIL</a:t>
            </a:r>
          </a:p>
        </p:txBody>
      </p:sp>
      <p:sp>
        <p:nvSpPr>
          <p:cNvPr id="12" name="arrow-2">
            <a:extLst xmlns:a="http://schemas.openxmlformats.org/drawingml/2006/main">
              <a:ext uri="{FF2B5EF4-FFF2-40B4-BE49-F238E27FC236}">
                <a16:creationId xmlns:a16="http://schemas.microsoft.com/office/drawing/2014/main" id="{4BDE52E1-6799-402E-9BB6-DF8E0476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3" name="step-3">
            <a:extLst xmlns:a="http://schemas.openxmlformats.org/drawingml/2006/main">
              <a:ext uri="{FF2B5EF4-FFF2-40B4-BE49-F238E27FC236}">
                <a16:creationId xmlns:a16="http://schemas.microsoft.com/office/drawing/2014/main" id="{801669F4-025C-422B-8356-DAFAD06E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icon-3">
            <a:extLst xmlns:a="http://schemas.openxmlformats.org/drawingml/2006/main">
              <a:ext uri="{FF2B5EF4-FFF2-40B4-BE49-F238E27FC236}">
                <a16:creationId xmlns:a16="http://schemas.microsoft.com/office/drawing/2014/main" id="{F66DE995-68F0-4850-881C-199328C7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⌁</a:t>
            </a:r>
          </a:p>
        </p:txBody>
      </p:sp>
      <p:sp>
        <p:nvSpPr>
          <p:cNvPr id="15" name="label-3">
            <a:extLst xmlns:a="http://schemas.openxmlformats.org/drawingml/2006/main">
              <a:ext uri="{FF2B5EF4-FFF2-40B4-BE49-F238E27FC236}">
                <a16:creationId xmlns:a16="http://schemas.microsoft.com/office/drawing/2014/main" id="{858BF3FB-3D3B-4C25-8FD6-16AD2E5F2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FISH</a:t>
            </a:r>
          </a:p>
        </p:txBody>
      </p:sp>
      <p:sp>
        <p:nvSpPr>
          <p:cNvPr id="16" name="arrow-3">
            <a:extLst xmlns:a="http://schemas.openxmlformats.org/drawingml/2006/main">
              <a:ext uri="{FF2B5EF4-FFF2-40B4-BE49-F238E27FC236}">
                <a16:creationId xmlns:a16="http://schemas.microsoft.com/office/drawing/2014/main" id="{6F0808AC-D8F0-41E8-8713-B3465111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DD25F9E3-10D2-41A9-BDE0-CC84DDB9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icon-4">
            <a:extLst xmlns:a="http://schemas.openxmlformats.org/drawingml/2006/main">
              <a:ext uri="{FF2B5EF4-FFF2-40B4-BE49-F238E27FC236}">
                <a16:creationId xmlns:a16="http://schemas.microsoft.com/office/drawing/2014/main" id="{4A35D1C2-15DD-421F-90D0-29CEC1D4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$</a:t>
            </a:r>
          </a:p>
        </p:txBody>
      </p:sp>
      <p:sp>
        <p:nvSpPr>
          <p:cNvPr id="19" name="label-4">
            <a:extLst xmlns:a="http://schemas.openxmlformats.org/drawingml/2006/main">
              <a:ext uri="{FF2B5EF4-FFF2-40B4-BE49-F238E27FC236}">
                <a16:creationId xmlns:a16="http://schemas.microsoft.com/office/drawing/2014/main" id="{8092D2F5-A6E3-4646-AD63-352B8274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SELL</a:t>
            </a:r>
          </a:p>
        </p:txBody>
      </p:sp>
      <p:sp>
        <p:nvSpPr>
          <p:cNvPr id="20" name="arrow-4">
            <a:extLst xmlns:a="http://schemas.openxmlformats.org/drawingml/2006/main">
              <a:ext uri="{FF2B5EF4-FFF2-40B4-BE49-F238E27FC236}">
                <a16:creationId xmlns:a16="http://schemas.microsoft.com/office/drawing/2014/main" id="{3E209012-DCFA-4D85-A026-0AE844C8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1" name="step-5">
            <a:extLst xmlns:a="http://schemas.openxmlformats.org/drawingml/2006/main">
              <a:ext uri="{FF2B5EF4-FFF2-40B4-BE49-F238E27FC236}">
                <a16:creationId xmlns:a16="http://schemas.microsoft.com/office/drawing/2014/main" id="{585EB6AE-E207-49E4-B93D-E022F3E6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icon-5">
            <a:extLst xmlns:a="http://schemas.openxmlformats.org/drawingml/2006/main">
              <a:ext uri="{FF2B5EF4-FFF2-40B4-BE49-F238E27FC236}">
                <a16:creationId xmlns:a16="http://schemas.microsoft.com/office/drawing/2014/main" id="{6EF58F98-1E71-4984-9892-63F74932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↑</a:t>
            </a:r>
          </a:p>
        </p:txBody>
      </p:sp>
      <p:sp>
        <p:nvSpPr>
          <p:cNvPr id="23" name="label-5">
            <a:extLst xmlns:a="http://schemas.openxmlformats.org/drawingml/2006/main">
              <a:ext uri="{FF2B5EF4-FFF2-40B4-BE49-F238E27FC236}">
                <a16:creationId xmlns:a16="http://schemas.microsoft.com/office/drawing/2014/main" id="{B4061397-2AA3-45E5-BC09-B82D7E2F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UPGRADE</a:t>
            </a:r>
          </a:p>
        </p:txBody>
      </p:sp>
      <p:sp>
        <p:nvSpPr>
          <p:cNvPr id="24" name="arrow-5">
            <a:extLst xmlns:a="http://schemas.openxmlformats.org/drawingml/2006/main">
              <a:ext uri="{FF2B5EF4-FFF2-40B4-BE49-F238E27FC236}">
                <a16:creationId xmlns:a16="http://schemas.microsoft.com/office/drawing/2014/main" id="{D1836FFE-4485-4F8A-A274-B3121BE5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5" name="step-6">
            <a:extLst xmlns:a="http://schemas.openxmlformats.org/drawingml/2006/main">
              <a:ext uri="{FF2B5EF4-FFF2-40B4-BE49-F238E27FC236}">
                <a16:creationId xmlns:a16="http://schemas.microsoft.com/office/drawing/2014/main" id="{AC855D2B-5D37-4783-8F28-83CB871DD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icon-6">
            <a:extLst xmlns:a="http://schemas.openxmlformats.org/drawingml/2006/main">
              <a:ext uri="{FF2B5EF4-FFF2-40B4-BE49-F238E27FC236}">
                <a16:creationId xmlns:a16="http://schemas.microsoft.com/office/drawing/2014/main" id="{F264657D-D8F9-43EC-A891-3DF531B8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↻</a:t>
            </a:r>
          </a:p>
        </p:txBody>
      </p:sp>
      <p:sp>
        <p:nvSpPr>
          <p:cNvPr id="27" name="label-6">
            <a:extLst xmlns:a="http://schemas.openxmlformats.org/drawingml/2006/main">
              <a:ext uri="{FF2B5EF4-FFF2-40B4-BE49-F238E27FC236}">
                <a16:creationId xmlns:a16="http://schemas.microsoft.com/office/drawing/2014/main" id="{2A97428B-591C-4B82-A7BE-86935BFD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REPEAT</a:t>
            </a:r>
          </a:p>
        </p:txBody>
      </p:sp>
      <p:sp>
        <p:nvSpPr>
          <p:cNvPr id="28" name="footer">
            <a:extLst xmlns:a="http://schemas.openxmlformats.org/drawingml/2006/main">
              <a:ext uri="{FF2B5EF4-FFF2-40B4-BE49-F238E27FC236}">
                <a16:creationId xmlns:a16="http://schemas.microsoft.com/office/drawing/2014/main" id="{C1372BD4-5EA8-400C-8D5A-340C3328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19625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>
                <a:solidFill>
                  <a:srgbClr val="E8F0EC"/>
                </a:solidFill>
              </a:defRPr>
            </a:pPr>
            <a:r>
              <a:rPr sz="2250">
                <a:solidFill>
                  <a:srgbClr val="E8F0EC"/>
                </a:solidFill>
              </a:rPr>
              <a:t>Capacity, speed, depth, and reel control change what the next trip can achieve.</a:t>
            </a:r>
          </a:p>
        </p:txBody>
      </p:sp>
    </p:spTree>
    <p:extLst>
      <p:ext uri="{BB962C8B-B14F-4D97-AF65-F5344CB8AC3E}">
        <p14:creationId xmlns:p14="http://schemas.microsoft.com/office/powerpoint/2010/main" val="11681037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401328460b42f5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6434B0C8-4AC1-48EA-9DCD-76CAFBB4A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MAIN CHARACTER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5584A3D9-C64C-41AD-BC8E-0AF5C2EC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4095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A small working boat.</a:t>
            </a:r>
          </a:p>
          <a:p xmlns:a="http://schemas.openxmlformats.org/drawingml/2006/main">
            <a:pPr>
              <a:buNone/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A long way to go.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10ca9ef09a4182"/>
          <a:stretch xmlns:a="http://schemas.openxmlformats.org/drawingml/2006/main"/>
        </p:blipFill>
        <p:spPr>
          <a:xfrm xmlns:a="http://schemas.openxmlformats.org/drawingml/2006/main">
            <a:off x="5310188" y="1190625"/>
            <a:ext cx="6143625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traits">
            <a:extLst xmlns:a="http://schemas.openxmlformats.org/drawingml/2006/main">
              <a:ext uri="{FF2B5EF4-FFF2-40B4-BE49-F238E27FC236}">
                <a16:creationId xmlns:a16="http://schemas.microsoft.com/office/drawing/2014/main" id="{AEBCA980-6BEC-479F-A4C0-9E51BF1E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3238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WEATHERED HULL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HOOK CRANE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CARGO CRATE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WARM LANTERN</a:t>
            </a:r>
          </a:p>
        </p:txBody>
      </p:sp>
      <p:sp>
        <p:nvSpPr>
          <p:cNvPr id="6" name="caption">
            <a:extLst xmlns:a="http://schemas.openxmlformats.org/drawingml/2006/main">
              <a:ext uri="{FF2B5EF4-FFF2-40B4-BE49-F238E27FC236}">
                <a16:creationId xmlns:a16="http://schemas.microsoft.com/office/drawing/2014/main" id="{A513FD7F-AB66-4B8A-8335-7112BDB26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62D35"/>
                </a:solidFill>
              </a:defRPr>
            </a:pPr>
            <a:r>
              <a:rPr sz="1800">
                <a:solidFill>
                  <a:srgbClr val="062D35"/>
                </a:solidFill>
              </a:rPr>
              <a:t>The boat grows through mechanics, not dialogue.</a:t>
            </a:r>
          </a:p>
        </p:txBody>
      </p:sp>
    </p:spTree>
    <p:extLst>
      <p:ext uri="{BB962C8B-B14F-4D97-AF65-F5344CB8AC3E}">
        <p14:creationId xmlns:p14="http://schemas.microsoft.com/office/powerpoint/2010/main" val="12146925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7640cdbd7a4db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left-wash">
            <a:extLst xmlns:a="http://schemas.openxmlformats.org/drawingml/2006/main">
              <a:ext uri="{FF2B5EF4-FFF2-40B4-BE49-F238E27FC236}">
                <a16:creationId xmlns:a16="http://schemas.microsoft.com/office/drawing/2014/main" id="{608AAC6B-6BAE-48A8-ABBE-878AFF54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095875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96078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8BD194B5-C9E6-4149-A1AC-341843D1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FIGHT</a:t>
            </a:r>
          </a:p>
        </p:txBody>
      </p:sp>
      <p:sp>
        <p:nvSpPr>
          <p:cNvPr id="5" name="headline">
            <a:extLst xmlns:a="http://schemas.openxmlformats.org/drawingml/2006/main">
              <a:ext uri="{FF2B5EF4-FFF2-40B4-BE49-F238E27FC236}">
                <a16:creationId xmlns:a16="http://schemas.microsoft.com/office/drawing/2014/main" id="{9F87284D-FF28-4ABE-8867-696BF08C5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04900"/>
            <a:ext cx="3952875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6EDDA"/>
                </a:solidFill>
              </a:defRPr>
            </a:pPr>
            <a:r>
              <a:rPr sz="3450" b="1">
                <a:solidFill>
                  <a:srgbClr val="F6EDDA"/>
                </a:solidFill>
              </a:rPr>
              <a:t>Reel when it is calm. Release when it runs.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EB2644FF-57D4-4BED-B9F1-FD13A884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81375"/>
            <a:ext cx="381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8F0EC"/>
                </a:solidFill>
              </a:defRPr>
            </a:pPr>
            <a:r>
              <a:rPr sz="1800">
                <a:solidFill>
                  <a:srgbClr val="E8F0EC"/>
                </a:solidFill>
              </a:rPr>
              <a:t>The line curves, thickens, and changes colour as tension rises. Later fish demand better timing and deeper gear.</a:t>
            </a:r>
          </a:p>
        </p:txBody>
      </p:sp>
      <p:sp>
        <p:nvSpPr>
          <p:cNvPr id="7" name="proof">
            <a:extLst xmlns:a="http://schemas.openxmlformats.org/drawingml/2006/main">
              <a:ext uri="{FF2B5EF4-FFF2-40B4-BE49-F238E27FC236}">
                <a16:creationId xmlns:a16="http://schemas.microsoft.com/office/drawing/2014/main" id="{F42263C6-E1B3-44F1-9845-DEFD2745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055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2A43A"/>
                </a:solidFill>
              </a:defRPr>
            </a:pPr>
            <a:r>
              <a:rPr sz="1200" b="1">
                <a:solidFill>
                  <a:srgbClr val="F2A43A"/>
                </a:solidFill>
              </a:rPr>
              <a:t>ALL IMAGES ARE CAPTURED IN GAME</a:t>
            </a:r>
          </a:p>
        </p:txBody>
      </p:sp>
    </p:spTree>
    <p:extLst>
      <p:ext uri="{BB962C8B-B14F-4D97-AF65-F5344CB8AC3E}">
        <p14:creationId xmlns:p14="http://schemas.microsoft.com/office/powerpoint/2010/main" val="13154258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ce6e549e1646d2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1A948238-06FB-4995-B801-F3A75D27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62000"/>
            <a:ext cx="1000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A market you can sail across.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be98ece02e44aa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4" name="cap-0">
            <a:extLst xmlns:a="http://schemas.openxmlformats.org/drawingml/2006/main">
              <a:ext uri="{FF2B5EF4-FFF2-40B4-BE49-F238E27FC236}">
                <a16:creationId xmlns:a16="http://schemas.microsoft.com/office/drawing/2014/main" id="{CD8510CE-535E-4FF0-9891-C2C89631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READ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17818f87ee4937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4375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6" name="cap-1">
            <a:extLst xmlns:a="http://schemas.openxmlformats.org/drawingml/2006/main">
              <a:ext uri="{FF2B5EF4-FFF2-40B4-BE49-F238E27FC236}">
                <a16:creationId xmlns:a16="http://schemas.microsoft.com/office/drawing/2014/main" id="{0DA5948D-886C-4755-8817-ED6C600D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2A43A"/>
                </a:solidFill>
              </a:defRPr>
            </a:pPr>
            <a:r>
              <a:rPr sz="1725" b="1">
                <a:solidFill>
                  <a:srgbClr val="F2A43A"/>
                </a:solidFill>
              </a:rPr>
              <a:t>TRAVEL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fc812e6e384ee4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8200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8" name="cap-2">
            <a:extLst xmlns:a="http://schemas.openxmlformats.org/drawingml/2006/main">
              <a:ext uri="{FF2B5EF4-FFF2-40B4-BE49-F238E27FC236}">
                <a16:creationId xmlns:a16="http://schemas.microsoft.com/office/drawing/2014/main" id="{996284A5-0F0A-4D4C-99BB-F2E155B2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CATCH</a:t>
            </a:r>
          </a:p>
        </p:txBody>
      </p:sp>
      <p:sp>
        <p:nvSpPr>
          <p:cNvPr id="9" name="close">
            <a:extLst xmlns:a="http://schemas.openxmlformats.org/drawingml/2006/main">
              <a:ext uri="{FF2B5EF4-FFF2-40B4-BE49-F238E27FC236}">
                <a16:creationId xmlns:a16="http://schemas.microsoft.com/office/drawing/2014/main" id="{F300F8C9-88BC-4A9A-B3B2-9048B20E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72125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062D35"/>
                </a:solidFill>
              </a:defRPr>
            </a:pPr>
            <a:r>
              <a:rPr sz="2100">
                <a:solidFill>
                  <a:srgbClr val="062D35"/>
                </a:solidFill>
              </a:rPr>
              <a:t>FSHING turns observation, timing, and trade-offs into one short browser loop.</a:t>
            </a:r>
          </a:p>
        </p:txBody>
      </p:sp>
    </p:spTree>
    <p:extLst>
      <p:ext uri="{BB962C8B-B14F-4D97-AF65-F5344CB8AC3E}">
        <p14:creationId xmlns:p14="http://schemas.microsoft.com/office/powerpoint/2010/main" val="10177720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2026-08-29T21:37:36.9360000Z</dcterms:created>
  <dcterms:modified xsi:type="dcterms:W3CDTF">2026-08-29T21:37:36.9360000Z</dcterms:modified>
</coreProperties>
</file>